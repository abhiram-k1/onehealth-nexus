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2_0.xml" ContentType="application/vnd.ms-powerpoint.comments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DDDE08A-98AA-D718-90C9-0CA38CA93E6F}" name="Kundurthi Abhiram" initials="KA" userId="79211371011adea0" providerId="Windows Live"/>
  <p188:author id="{3C78E0F5-E793-8130-FA0E-0DB7548F098B}" name="Tanvi Bhardwaj" initials="TB" userId="32986e4cca50905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6D5AD07-6B77-4745-931F-D81AD9B6B86B}" authorId="{BDDDE08A-98AA-D718-90C9-0CA38CA93E6F}" created="2026-09-21T04:52:53.68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picMk id="2" creationId="{97F4C61A-688E-82D6-50EA-93B5190E334D}"/>
    </ac:deMkLst>
    <p188:replyLst>
      <p188:reply id="{47BDB7A3-0235-435D-9E7B-907F1CDFC1D7}" authorId="{3C78E0F5-E793-8130-FA0E-0DB7548F098B}" created="2026-09-21T04:59:28.721">
        <p188:txBody>
          <a:bodyPr/>
          <a:lstStyle/>
          <a:p>
            <a:r>
              <a:rPr lang="en-US"/>
              <a:t>overlap as in?? i earlier pasted an image but that was looking bad so i removed it</a:t>
            </a:r>
          </a:p>
        </p188:txBody>
      </p188:reply>
      <p188:reply id="{FD41A89F-6502-443A-A3EB-DC7BE6BDC294}" authorId="{3C78E0F5-E793-8130-FA0E-0DB7548F098B}" created="2026-09-21T04:59:46.268">
        <p188:txBody>
          <a:bodyPr/>
          <a:lstStyle/>
          <a:p>
            <a:r>
              <a:rPr lang="en-US"/>
              <a:t>now please check </a:t>
            </a:r>
          </a:p>
        </p188:txBody>
      </p188:reply>
      <p188:reply id="{8CF37CFB-3428-4826-80D8-845D0FA3B69F}" authorId="{BDDDE08A-98AA-D718-90C9-0CA38CA93E6F}" created="2026-09-21T05:15:14.137">
        <p188:txBody>
          <a:bodyPr/>
          <a:lstStyle/>
          <a:p>
            <a:r>
              <a:rPr lang="en-US"/>
              <a:t>ok no issues.</a:t>
            </a:r>
          </a:p>
        </p188:txBody>
      </p188:reply>
    </p188:replyLst>
    <p188:txBody>
      <a:bodyPr/>
      <a:lstStyle/>
      <a:p>
        <a:r>
          <a:rPr lang="en-US"/>
          <a:t>[@Tanvi Bhardwaj] what exactly is the overlap here?/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A15D21-87D6-4E3E-82E3-0ACC2E322FF9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E3A1C16-1C92-4AC7-A39B-E8F61EA19871}">
      <dgm:prSet phldrT="[Text]" phldr="0" custT="1"/>
      <dgm:spPr/>
      <dgm:t>
        <a:bodyPr/>
        <a:lstStyle/>
        <a:p>
          <a:pPr algn="just" rtl="0">
            <a:lnSpc>
              <a:spcPct val="90000"/>
            </a:lnSpc>
          </a:pPr>
          <a:r>
            <a:rPr lang="en-US" sz="1600" b="1">
              <a:latin typeface="Times New Roman"/>
              <a:ea typeface="+mn-ea"/>
              <a:cs typeface="Times New Roman"/>
            </a:rPr>
            <a:t>Developing One Health Surveillance Systems — ScienceDirect, 2023 [1]</a:t>
          </a:r>
          <a:endParaRPr lang="en-US" sz="1600">
            <a:latin typeface="Times New Roman"/>
            <a:ea typeface="+mn-ea"/>
            <a:cs typeface="Times New Roman"/>
          </a:endParaRPr>
        </a:p>
      </dgm:t>
    </dgm:pt>
    <dgm:pt modelId="{974936E6-9D22-4509-ACEF-729BCB324E31}" type="parTrans" cxnId="{0ADC20BB-E52E-46D4-B094-C85F320AF1E0}">
      <dgm:prSet/>
      <dgm:spPr/>
    </dgm:pt>
    <dgm:pt modelId="{E23F7BF8-846A-498D-86DE-A59363C4DA21}" type="sibTrans" cxnId="{0ADC20BB-E52E-46D4-B094-C85F320AF1E0}">
      <dgm:prSet/>
      <dgm:spPr/>
    </dgm:pt>
    <dgm:pt modelId="{4FBB57D8-C37F-4722-AE00-34DB3DEEA33D}">
      <dgm:prSet phldrT="[Text]" phldr="0" custT="1"/>
      <dgm:spPr/>
      <dgm:t>
        <a:bodyPr/>
        <a:lstStyle/>
        <a:p>
          <a:pPr algn="just" rtl="0">
            <a:lnSpc>
              <a:spcPct val="100000"/>
            </a:lnSpc>
          </a:pPr>
          <a:r>
            <a:rPr lang="en-US" sz="1400" b="1" i="0">
              <a:latin typeface="Times New Roman"/>
              <a:ea typeface="+mn-ea"/>
              <a:cs typeface="Times New Roman"/>
            </a:rPr>
            <a:t>Focuses</a:t>
          </a:r>
          <a:r>
            <a:rPr lang="en-US" sz="1400" b="1">
              <a:latin typeface="Times New Roman"/>
              <a:ea typeface="+mn-ea"/>
              <a:cs typeface="Times New Roman"/>
            </a:rPr>
            <a:t> on:</a:t>
          </a:r>
          <a:r>
            <a:rPr lang="en-US" sz="1400">
              <a:latin typeface="Times New Roman"/>
              <a:ea typeface="+mn-ea"/>
              <a:cs typeface="Times New Roman"/>
            </a:rPr>
            <a:t> Proposes cross-sector data, analysis, and communication workflows linking human, animal, and environmental health.</a:t>
          </a:r>
        </a:p>
      </dgm:t>
    </dgm:pt>
    <dgm:pt modelId="{2895A59A-7063-4812-A55D-77E69CC77D12}" type="parTrans" cxnId="{2F8C6341-AD99-437A-9F25-FC50FEDD859C}">
      <dgm:prSet/>
      <dgm:spPr/>
    </dgm:pt>
    <dgm:pt modelId="{6D53123D-A84C-452F-A4B6-BB4DA8B9C06E}" type="sibTrans" cxnId="{2F8C6341-AD99-437A-9F25-FC50FEDD859C}">
      <dgm:prSet/>
      <dgm:spPr/>
    </dgm:pt>
    <dgm:pt modelId="{2560662A-3D93-4AB6-99E9-DB9E461FF2A7}">
      <dgm:prSet phldrT="[Text]" phldr="0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b="1" i="0">
              <a:latin typeface="Times New Roman"/>
              <a:ea typeface="+mn-ea"/>
              <a:cs typeface="Times New Roman"/>
            </a:rPr>
            <a:t>Gap</a:t>
          </a:r>
          <a:r>
            <a:rPr lang="en-US" sz="1400" b="1">
              <a:latin typeface="Times New Roman"/>
              <a:ea typeface="+mn-ea"/>
              <a:cs typeface="Times New Roman"/>
            </a:rPr>
            <a:t>:</a:t>
          </a:r>
          <a:r>
            <a:rPr lang="en-US" sz="1400">
              <a:latin typeface="Times New Roman"/>
              <a:ea typeface="+mn-ea"/>
              <a:cs typeface="Times New Roman"/>
            </a:rPr>
            <a:t> Conceptual/organizational framework; does not define a scalable </a:t>
          </a:r>
          <a:r>
            <a:rPr lang="en-US" sz="1400" b="1">
              <a:latin typeface="Times New Roman"/>
              <a:ea typeface="+mn-ea"/>
              <a:cs typeface="Times New Roman"/>
            </a:rPr>
            <a:t>NLP or data-engineering pipeline</a:t>
          </a:r>
          <a:r>
            <a:rPr lang="en-US" sz="1400">
              <a:latin typeface="Times New Roman"/>
              <a:ea typeface="+mn-ea"/>
              <a:cs typeface="Times New Roman"/>
            </a:rPr>
            <a:t> for extracting and linking information from unstructured text.</a:t>
          </a:r>
        </a:p>
      </dgm:t>
    </dgm:pt>
    <dgm:pt modelId="{CC33247B-5454-4785-B44F-D1C420C36814}" type="parTrans" cxnId="{7038E9E7-C05D-452B-A6CF-C9A624601736}">
      <dgm:prSet/>
      <dgm:spPr/>
    </dgm:pt>
    <dgm:pt modelId="{A91CFFA1-5337-4542-A0A2-704DE358D33C}" type="sibTrans" cxnId="{7038E9E7-C05D-452B-A6CF-C9A624601736}">
      <dgm:prSet/>
      <dgm:spPr/>
    </dgm:pt>
    <dgm:pt modelId="{8066173F-BC68-438F-B106-415C76DACEA3}">
      <dgm:prSet phldrT="[Text]" phldr="0" custT="1"/>
      <dgm:spPr/>
      <dgm:t>
        <a:bodyPr/>
        <a:lstStyle/>
        <a:p>
          <a:pPr algn="just" rtl="0">
            <a:lnSpc>
              <a:spcPct val="100000"/>
            </a:lnSpc>
          </a:pPr>
          <a:r>
            <a:rPr lang="en-US" sz="1600" b="1">
              <a:latin typeface="Times New Roman"/>
              <a:ea typeface="+mn-ea"/>
              <a:cs typeface="Times New Roman"/>
            </a:rPr>
            <a:t>2. Wu — COVID-19 Patient Information Knowledge Graph, 2021 [2]</a:t>
          </a:r>
          <a:endParaRPr lang="en-US" sz="1600">
            <a:latin typeface="Times New Roman"/>
            <a:ea typeface="+mn-ea"/>
            <a:cs typeface="Times New Roman"/>
          </a:endParaRPr>
        </a:p>
      </dgm:t>
    </dgm:pt>
    <dgm:pt modelId="{44DB71FE-B537-4589-8628-31B6D2519E25}" type="parTrans" cxnId="{F44E02ED-6C17-46BC-BFB2-0C5ED8A2F55A}">
      <dgm:prSet/>
      <dgm:spPr/>
    </dgm:pt>
    <dgm:pt modelId="{510DB1F5-BCED-4295-80D8-18048B4CAA80}" type="sibTrans" cxnId="{F44E02ED-6C17-46BC-BFB2-0C5ED8A2F55A}">
      <dgm:prSet/>
      <dgm:spPr/>
    </dgm:pt>
    <dgm:pt modelId="{ECA9D486-02C7-44C2-A367-220B41402F90}">
      <dgm:prSet phldrT="[Text]" phldr="0" custT="1"/>
      <dgm:spPr/>
      <dgm:t>
        <a:bodyPr/>
        <a:lstStyle/>
        <a:p>
          <a:pPr algn="just" rtl="0">
            <a:lnSpc>
              <a:spcPct val="100000"/>
            </a:lnSpc>
          </a:pPr>
          <a:r>
            <a:rPr lang="en-US" sz="1400" b="1" i="0">
              <a:latin typeface="Times New Roman"/>
              <a:ea typeface="+mn-ea"/>
              <a:cs typeface="Times New Roman"/>
            </a:rPr>
            <a:t>Focuses</a:t>
          </a:r>
          <a:r>
            <a:rPr lang="en-US" sz="1400" b="1">
              <a:latin typeface="Times New Roman"/>
              <a:ea typeface="+mn-ea"/>
              <a:cs typeface="Times New Roman"/>
            </a:rPr>
            <a:t> on:</a:t>
          </a:r>
          <a:r>
            <a:rPr lang="en-US" sz="1400">
              <a:latin typeface="Times New Roman"/>
              <a:ea typeface="+mn-ea"/>
              <a:cs typeface="Times New Roman"/>
            </a:rPr>
            <a:t> Uses NLP + Neo4j to extract infection events, patient locations, and temporal/spatial relationships.</a:t>
          </a:r>
        </a:p>
      </dgm:t>
    </dgm:pt>
    <dgm:pt modelId="{CC37AE06-135A-4290-BD3C-7AEA06BABA22}" type="parTrans" cxnId="{344136E0-D05C-49C0-8324-47E5594CAB26}">
      <dgm:prSet/>
      <dgm:spPr/>
    </dgm:pt>
    <dgm:pt modelId="{F0D04120-BE82-4EAD-B44F-C0A0C591FBF3}" type="sibTrans" cxnId="{344136E0-D05C-49C0-8324-47E5594CAB26}">
      <dgm:prSet/>
      <dgm:spPr/>
    </dgm:pt>
    <dgm:pt modelId="{74AC60D2-B405-4249-9470-148033AEFB04}">
      <dgm:prSet phldrT="[Text]" phldr="0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b="1" i="0">
              <a:latin typeface="Times New Roman"/>
              <a:ea typeface="+mn-ea"/>
              <a:cs typeface="Times New Roman"/>
            </a:rPr>
            <a:t>Gap</a:t>
          </a:r>
          <a:r>
            <a:rPr lang="en-US" sz="1400" b="1">
              <a:latin typeface="Times New Roman"/>
              <a:ea typeface="+mn-ea"/>
              <a:cs typeface="Times New Roman"/>
            </a:rPr>
            <a:t>:</a:t>
          </a:r>
          <a:r>
            <a:rPr lang="en-US" sz="1400">
              <a:latin typeface="Times New Roman"/>
              <a:ea typeface="+mn-ea"/>
              <a:cs typeface="Times New Roman"/>
            </a:rPr>
            <a:t> Focused on </a:t>
          </a:r>
          <a:r>
            <a:rPr lang="en-US" sz="1400" b="1">
              <a:latin typeface="Times New Roman"/>
              <a:ea typeface="+mn-ea"/>
              <a:cs typeface="Times New Roman"/>
            </a:rPr>
            <a:t>human patients and contact events</a:t>
          </a:r>
          <a:r>
            <a:rPr lang="en-US" sz="1400">
              <a:latin typeface="Times New Roman"/>
              <a:ea typeface="+mn-ea"/>
              <a:cs typeface="Times New Roman"/>
            </a:rPr>
            <a:t>; lacks pathogen–host–environment relationships and formal temporal graph modeling.</a:t>
          </a:r>
        </a:p>
      </dgm:t>
    </dgm:pt>
    <dgm:pt modelId="{9CA9AF34-290E-44EC-AC88-3B97FA156EB9}" type="parTrans" cxnId="{35016AED-95EB-49F4-9DFD-1832C1700894}">
      <dgm:prSet/>
      <dgm:spPr/>
    </dgm:pt>
    <dgm:pt modelId="{F36F6965-1121-4281-BD35-26052E0C5291}" type="sibTrans" cxnId="{35016AED-95EB-49F4-9DFD-1832C1700894}">
      <dgm:prSet/>
      <dgm:spPr/>
    </dgm:pt>
    <dgm:pt modelId="{702866F8-2E1B-4EE6-865C-1E183CD81E9E}">
      <dgm:prSet phldrT="[Text]" phldr="0" custT="1"/>
      <dgm:spPr/>
      <dgm:t>
        <a:bodyPr/>
        <a:lstStyle/>
        <a:p>
          <a:pPr algn="just" rtl="0">
            <a:lnSpc>
              <a:spcPct val="100000"/>
            </a:lnSpc>
          </a:pPr>
          <a:r>
            <a:rPr lang="en-US" sz="1600" b="1">
              <a:latin typeface="Times New Roman"/>
              <a:ea typeface="+mn-ea"/>
              <a:cs typeface="Times New Roman"/>
            </a:rPr>
            <a:t>3. Epidemiological Knowledge Graph from WHO Disease Outbreak News (eKG), 2025 [3]</a:t>
          </a:r>
          <a:endParaRPr lang="en-US" sz="1600">
            <a:latin typeface="Times New Roman"/>
            <a:ea typeface="+mn-ea"/>
            <a:cs typeface="Times New Roman"/>
          </a:endParaRPr>
        </a:p>
      </dgm:t>
    </dgm:pt>
    <dgm:pt modelId="{725527E7-1D68-42A0-B636-202FACA4D49F}" type="parTrans" cxnId="{CFBDB337-2C07-4548-A49A-42E30FC1ED3A}">
      <dgm:prSet/>
      <dgm:spPr/>
    </dgm:pt>
    <dgm:pt modelId="{AA916900-B2FA-41B1-8E60-112C544238E9}" type="sibTrans" cxnId="{CFBDB337-2C07-4548-A49A-42E30FC1ED3A}">
      <dgm:prSet/>
      <dgm:spPr/>
    </dgm:pt>
    <dgm:pt modelId="{A800417C-F6CA-4177-ACFF-BDAD434006AD}">
      <dgm:prSet phldrT="[Text]" phldr="0"/>
      <dgm:spPr/>
      <dgm:t>
        <a:bodyPr/>
        <a:lstStyle/>
        <a:p>
          <a:pPr algn="just" rtl="0">
            <a:lnSpc>
              <a:spcPct val="100000"/>
            </a:lnSpc>
          </a:pPr>
          <a:r>
            <a:rPr lang="en-US" sz="1400" b="1" i="0">
              <a:latin typeface="Times New Roman"/>
              <a:ea typeface="+mn-ea"/>
              <a:cs typeface="Times New Roman"/>
            </a:rPr>
            <a:t>Focuses</a:t>
          </a:r>
          <a:r>
            <a:rPr lang="en-US" sz="1400" b="1">
              <a:latin typeface="Times New Roman"/>
              <a:ea typeface="+mn-ea"/>
              <a:cs typeface="Times New Roman"/>
            </a:rPr>
            <a:t> on:</a:t>
          </a:r>
          <a:r>
            <a:rPr lang="en-US" sz="1400">
              <a:latin typeface="Times New Roman"/>
              <a:ea typeface="+mn-ea"/>
              <a:cs typeface="Times New Roman"/>
            </a:rPr>
            <a:t> Uses multiple LLMs to extract epidemiological information from WHO Disease Outbreak News and maintain a continuously updated knowledge graph.</a:t>
          </a:r>
        </a:p>
      </dgm:t>
    </dgm:pt>
    <dgm:pt modelId="{413A6A5B-C131-4609-8444-CDCF5B91BC09}" type="parTrans" cxnId="{96ECA64D-864F-4498-97FD-89ADA2ECA5A4}">
      <dgm:prSet/>
      <dgm:spPr/>
    </dgm:pt>
    <dgm:pt modelId="{9921A740-BB59-4349-8E14-09D65DC85E4F}" type="sibTrans" cxnId="{96ECA64D-864F-4498-97FD-89ADA2ECA5A4}">
      <dgm:prSet/>
      <dgm:spPr/>
    </dgm:pt>
    <dgm:pt modelId="{A9BE078F-99E9-4CCA-97C0-E1894332FCE2}">
      <dgm:prSet phldrT="[Text]" phldr="0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b="1" i="0">
              <a:latin typeface="Times New Roman"/>
              <a:ea typeface="+mn-ea"/>
              <a:cs typeface="Times New Roman"/>
            </a:rPr>
            <a:t>Gap</a:t>
          </a:r>
          <a:r>
            <a:rPr lang="en-US" sz="1400" b="1">
              <a:latin typeface="Times New Roman"/>
              <a:ea typeface="+mn-ea"/>
              <a:cs typeface="Times New Roman"/>
            </a:rPr>
            <a:t>:</a:t>
          </a:r>
          <a:r>
            <a:rPr lang="en-US" sz="1400">
              <a:latin typeface="Times New Roman"/>
              <a:ea typeface="+mn-ea"/>
              <a:cs typeface="Times New Roman"/>
            </a:rPr>
            <a:t> Relies on a </a:t>
          </a:r>
          <a:r>
            <a:rPr lang="en-US" sz="1400" b="1">
              <a:latin typeface="Times New Roman"/>
              <a:ea typeface="+mn-ea"/>
              <a:cs typeface="Times New Roman"/>
            </a:rPr>
            <a:t>single, curated human-health source</a:t>
          </a:r>
          <a:r>
            <a:rPr lang="en-US" sz="1400">
              <a:latin typeface="Times New Roman"/>
              <a:ea typeface="+mn-ea"/>
              <a:cs typeface="Times New Roman"/>
            </a:rPr>
            <a:t> and does not integrate primary veterinary or environmental documents.</a:t>
          </a:r>
        </a:p>
      </dgm:t>
    </dgm:pt>
    <dgm:pt modelId="{480FE3E5-9700-4357-9C09-701A6E135681}" type="parTrans" cxnId="{65A06BAE-ECF5-4608-BE3F-98D4354546A7}">
      <dgm:prSet/>
      <dgm:spPr/>
    </dgm:pt>
    <dgm:pt modelId="{70F28EC6-132E-42AE-8CD3-FD30A8930CB6}" type="sibTrans" cxnId="{65A06BAE-ECF5-4608-BE3F-98D4354546A7}">
      <dgm:prSet/>
      <dgm:spPr/>
    </dgm:pt>
    <dgm:pt modelId="{E22CD67B-A9B0-4050-91B2-062465BD6B6F}">
      <dgm:prSet phldrT="[Text]" phldr="0" custT="1"/>
      <dgm:spPr/>
      <dgm:t>
        <a:bodyPr/>
        <a:lstStyle/>
        <a:p>
          <a:pPr algn="just" rtl="0">
            <a:lnSpc>
              <a:spcPct val="100000"/>
            </a:lnSpc>
          </a:pPr>
          <a:r>
            <a:rPr lang="en-US" sz="1600" b="1" i="0">
              <a:latin typeface="Times New Roman"/>
              <a:ea typeface="+mn-ea"/>
              <a:cs typeface="Times New Roman"/>
            </a:rPr>
            <a:t>4. e-Outbreak Platform</a:t>
          </a:r>
          <a:r>
            <a:rPr lang="en-US" sz="1600" b="1">
              <a:latin typeface="Times New Roman"/>
              <a:ea typeface="+mn-ea"/>
              <a:cs typeface="Times New Roman"/>
            </a:rPr>
            <a:t> — 2020 [4]</a:t>
          </a:r>
          <a:endParaRPr lang="en-US" sz="1600">
            <a:latin typeface="Times New Roman"/>
            <a:ea typeface="+mn-ea"/>
            <a:cs typeface="Times New Roman"/>
          </a:endParaRPr>
        </a:p>
      </dgm:t>
    </dgm:pt>
    <dgm:pt modelId="{BA5BB47E-5257-4EB7-95BC-3888BC9ED90A}" type="parTrans" cxnId="{41BF03B3-DB3A-4326-A76F-E80A7C29794E}">
      <dgm:prSet/>
      <dgm:spPr/>
    </dgm:pt>
    <dgm:pt modelId="{B1EC8045-DDAA-470B-BDFE-76A60F394060}" type="sibTrans" cxnId="{41BF03B3-DB3A-4326-A76F-E80A7C29794E}">
      <dgm:prSet/>
      <dgm:spPr/>
    </dgm:pt>
    <dgm:pt modelId="{FCD3CAC5-5736-4A23-BAFC-92FA27C71BFA}">
      <dgm:prSet phldrT="[Text]" phldr="0"/>
      <dgm:spPr/>
      <dgm:t>
        <a:bodyPr/>
        <a:lstStyle/>
        <a:p>
          <a:pPr algn="just" rtl="0">
            <a:lnSpc>
              <a:spcPct val="100000"/>
            </a:lnSpc>
          </a:pPr>
          <a:r>
            <a:rPr lang="en-US" sz="1400" b="1">
              <a:latin typeface="Times New Roman"/>
              <a:ea typeface="+mn-ea"/>
              <a:cs typeface="Times New Roman"/>
            </a:rPr>
            <a:t>Focuses on:</a:t>
          </a:r>
          <a:r>
            <a:rPr lang="en-US" sz="1400">
              <a:latin typeface="Times New Roman"/>
              <a:ea typeface="+mn-ea"/>
              <a:cs typeface="Times New Roman"/>
            </a:rPr>
            <a:t> Combines structured/semi-structured outbreak data, statistical analysis, and knowledge graphs for investigation and contact tracing.</a:t>
          </a:r>
        </a:p>
      </dgm:t>
    </dgm:pt>
    <dgm:pt modelId="{CC511A47-23C9-4188-8EE7-3C68084D8482}" type="parTrans" cxnId="{1BD263F0-FED3-43A0-90EE-011BB768764E}">
      <dgm:prSet/>
      <dgm:spPr/>
    </dgm:pt>
    <dgm:pt modelId="{D6721CBA-38B5-405F-AD28-AB0EC4303EB9}" type="sibTrans" cxnId="{1BD263F0-FED3-43A0-90EE-011BB768764E}">
      <dgm:prSet/>
      <dgm:spPr/>
    </dgm:pt>
    <dgm:pt modelId="{EADEF0A4-311A-4AD6-8E5B-DC87F959BF9B}">
      <dgm:prSet phldrT="[Text]" phldr="0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b="1">
              <a:latin typeface="Times New Roman"/>
              <a:ea typeface="+mn-ea"/>
              <a:cs typeface="Times New Roman"/>
            </a:rPr>
            <a:t>Gap:</a:t>
          </a:r>
          <a:r>
            <a:rPr lang="en-US" sz="1400">
              <a:latin typeface="Times New Roman"/>
              <a:ea typeface="+mn-ea"/>
              <a:cs typeface="Times New Roman"/>
            </a:rPr>
            <a:t> Designed mainly for </a:t>
          </a:r>
          <a:r>
            <a:rPr lang="en-US" sz="1400" b="1">
              <a:latin typeface="Times New Roman"/>
              <a:ea typeface="+mn-ea"/>
              <a:cs typeface="Times New Roman"/>
            </a:rPr>
            <a:t>known-case investigation</a:t>
          </a:r>
          <a:r>
            <a:rPr lang="en-US" sz="1400">
              <a:latin typeface="Times New Roman"/>
              <a:ea typeface="+mn-ea"/>
              <a:cs typeface="Times New Roman"/>
            </a:rPr>
            <a:t>, with limited exploratory NLP and less emphasis on large-scale discovery of emerging patterns.</a:t>
          </a:r>
        </a:p>
      </dgm:t>
    </dgm:pt>
    <dgm:pt modelId="{0E2F4B61-D89F-433B-BD8A-64406B308A29}" type="parTrans" cxnId="{6B5A08FE-38B1-4439-A19A-653FBBBCEB43}">
      <dgm:prSet/>
      <dgm:spPr/>
    </dgm:pt>
    <dgm:pt modelId="{E82351CB-9282-4E0F-B230-8838910A52CF}" type="sibTrans" cxnId="{6B5A08FE-38B1-4439-A19A-653FBBBCEB43}">
      <dgm:prSet/>
      <dgm:spPr/>
    </dgm:pt>
    <dgm:pt modelId="{934BC36E-48B6-40A2-8D97-6228B44FB695}" type="pres">
      <dgm:prSet presAssocID="{90A15D21-87D6-4E3E-82E3-0ACC2E322FF9}" presName="linear" presStyleCnt="0">
        <dgm:presLayoutVars>
          <dgm:animLvl val="lvl"/>
          <dgm:resizeHandles val="exact"/>
        </dgm:presLayoutVars>
      </dgm:prSet>
      <dgm:spPr/>
    </dgm:pt>
    <dgm:pt modelId="{2B39C8FD-1F3B-4EFE-BA9C-E4B361F55ED7}" type="pres">
      <dgm:prSet presAssocID="{AE3A1C16-1C92-4AC7-A39B-E8F61EA1987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A3C7F9D-680D-4ECE-BD59-FC19D0E9C7E2}" type="pres">
      <dgm:prSet presAssocID="{AE3A1C16-1C92-4AC7-A39B-E8F61EA19871}" presName="childText" presStyleLbl="revTx" presStyleIdx="0" presStyleCnt="4">
        <dgm:presLayoutVars>
          <dgm:bulletEnabled val="1"/>
        </dgm:presLayoutVars>
      </dgm:prSet>
      <dgm:spPr/>
    </dgm:pt>
    <dgm:pt modelId="{0BC3A891-D262-41C3-9A6A-F05857FCD59F}" type="pres">
      <dgm:prSet presAssocID="{8066173F-BC68-438F-B106-415C76DACEA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7A3346D-B646-4770-BA5B-5830B078C8D4}" type="pres">
      <dgm:prSet presAssocID="{8066173F-BC68-438F-B106-415C76DACEA3}" presName="childText" presStyleLbl="revTx" presStyleIdx="1" presStyleCnt="4">
        <dgm:presLayoutVars>
          <dgm:bulletEnabled val="1"/>
        </dgm:presLayoutVars>
      </dgm:prSet>
      <dgm:spPr/>
    </dgm:pt>
    <dgm:pt modelId="{4BAA7872-5BE9-4D8A-9F40-482A63ED3AAC}" type="pres">
      <dgm:prSet presAssocID="{702866F8-2E1B-4EE6-865C-1E183CD81E9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AB239F0-EB03-470D-B719-29F666340859}" type="pres">
      <dgm:prSet presAssocID="{702866F8-2E1B-4EE6-865C-1E183CD81E9E}" presName="childText" presStyleLbl="revTx" presStyleIdx="2" presStyleCnt="4">
        <dgm:presLayoutVars>
          <dgm:bulletEnabled val="1"/>
        </dgm:presLayoutVars>
      </dgm:prSet>
      <dgm:spPr/>
    </dgm:pt>
    <dgm:pt modelId="{123A39E9-85F5-49F3-B692-A417D3208AE6}" type="pres">
      <dgm:prSet presAssocID="{E22CD67B-A9B0-4050-91B2-062465BD6B6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C4D5728-12D7-424B-AC3D-F641D17AA79B}" type="pres">
      <dgm:prSet presAssocID="{E22CD67B-A9B0-4050-91B2-062465BD6B6F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03975701-9CEA-4841-B128-21E86BDB9BE9}" type="presOf" srcId="{74AC60D2-B405-4249-9470-148033AEFB04}" destId="{17A3346D-B646-4770-BA5B-5830B078C8D4}" srcOrd="0" destOrd="1" presId="urn:microsoft.com/office/officeart/2005/8/layout/vList2"/>
    <dgm:cxn modelId="{CFBDB337-2C07-4548-A49A-42E30FC1ED3A}" srcId="{90A15D21-87D6-4E3E-82E3-0ACC2E322FF9}" destId="{702866F8-2E1B-4EE6-865C-1E183CD81E9E}" srcOrd="2" destOrd="0" parTransId="{725527E7-1D68-42A0-B636-202FACA4D49F}" sibTransId="{AA916900-B2FA-41B1-8E60-112C544238E9}"/>
    <dgm:cxn modelId="{7462FF3A-9301-411E-9176-5D1EB40227CA}" type="presOf" srcId="{A800417C-F6CA-4177-ACFF-BDAD434006AD}" destId="{2AB239F0-EB03-470D-B719-29F666340859}" srcOrd="0" destOrd="0" presId="urn:microsoft.com/office/officeart/2005/8/layout/vList2"/>
    <dgm:cxn modelId="{2F8C6341-AD99-437A-9F25-FC50FEDD859C}" srcId="{AE3A1C16-1C92-4AC7-A39B-E8F61EA19871}" destId="{4FBB57D8-C37F-4722-AE00-34DB3DEEA33D}" srcOrd="0" destOrd="0" parTransId="{2895A59A-7063-4812-A55D-77E69CC77D12}" sibTransId="{6D53123D-A84C-452F-A4B6-BB4DA8B9C06E}"/>
    <dgm:cxn modelId="{43F8F14C-8239-4CB7-A48E-63E5271A3350}" type="presOf" srcId="{2560662A-3D93-4AB6-99E9-DB9E461FF2A7}" destId="{2A3C7F9D-680D-4ECE-BD59-FC19D0E9C7E2}" srcOrd="0" destOrd="1" presId="urn:microsoft.com/office/officeart/2005/8/layout/vList2"/>
    <dgm:cxn modelId="{96ECA64D-864F-4498-97FD-89ADA2ECA5A4}" srcId="{702866F8-2E1B-4EE6-865C-1E183CD81E9E}" destId="{A800417C-F6CA-4177-ACFF-BDAD434006AD}" srcOrd="0" destOrd="0" parTransId="{413A6A5B-C131-4609-8444-CDCF5B91BC09}" sibTransId="{9921A740-BB59-4349-8E14-09D65DC85E4F}"/>
    <dgm:cxn modelId="{CAD8ED6F-92BF-4470-BBD2-649312AD6873}" type="presOf" srcId="{702866F8-2E1B-4EE6-865C-1E183CD81E9E}" destId="{4BAA7872-5BE9-4D8A-9F40-482A63ED3AAC}" srcOrd="0" destOrd="0" presId="urn:microsoft.com/office/officeart/2005/8/layout/vList2"/>
    <dgm:cxn modelId="{08C86072-226A-42EC-B026-514664EE63EC}" type="presOf" srcId="{EADEF0A4-311A-4AD6-8E5B-DC87F959BF9B}" destId="{9C4D5728-12D7-424B-AC3D-F641D17AA79B}" srcOrd="0" destOrd="1" presId="urn:microsoft.com/office/officeart/2005/8/layout/vList2"/>
    <dgm:cxn modelId="{BC73D976-2E1D-44AA-930A-1C90BDA70023}" type="presOf" srcId="{FCD3CAC5-5736-4A23-BAFC-92FA27C71BFA}" destId="{9C4D5728-12D7-424B-AC3D-F641D17AA79B}" srcOrd="0" destOrd="0" presId="urn:microsoft.com/office/officeart/2005/8/layout/vList2"/>
    <dgm:cxn modelId="{0112FC91-54EE-484F-B52C-60D16864D75A}" type="presOf" srcId="{ECA9D486-02C7-44C2-A367-220B41402F90}" destId="{17A3346D-B646-4770-BA5B-5830B078C8D4}" srcOrd="0" destOrd="0" presId="urn:microsoft.com/office/officeart/2005/8/layout/vList2"/>
    <dgm:cxn modelId="{3796BF92-5EE1-4C52-9245-2F928811B49A}" type="presOf" srcId="{4FBB57D8-C37F-4722-AE00-34DB3DEEA33D}" destId="{2A3C7F9D-680D-4ECE-BD59-FC19D0E9C7E2}" srcOrd="0" destOrd="0" presId="urn:microsoft.com/office/officeart/2005/8/layout/vList2"/>
    <dgm:cxn modelId="{65A06BAE-ECF5-4608-BE3F-98D4354546A7}" srcId="{702866F8-2E1B-4EE6-865C-1E183CD81E9E}" destId="{A9BE078F-99E9-4CCA-97C0-E1894332FCE2}" srcOrd="1" destOrd="0" parTransId="{480FE3E5-9700-4357-9C09-701A6E135681}" sibTransId="{70F28EC6-132E-42AE-8CD3-FD30A8930CB6}"/>
    <dgm:cxn modelId="{41BF03B3-DB3A-4326-A76F-E80A7C29794E}" srcId="{90A15D21-87D6-4E3E-82E3-0ACC2E322FF9}" destId="{E22CD67B-A9B0-4050-91B2-062465BD6B6F}" srcOrd="3" destOrd="0" parTransId="{BA5BB47E-5257-4EB7-95BC-3888BC9ED90A}" sibTransId="{B1EC8045-DDAA-470B-BDFE-76A60F394060}"/>
    <dgm:cxn modelId="{0ADC20BB-E52E-46D4-B094-C85F320AF1E0}" srcId="{90A15D21-87D6-4E3E-82E3-0ACC2E322FF9}" destId="{AE3A1C16-1C92-4AC7-A39B-E8F61EA19871}" srcOrd="0" destOrd="0" parTransId="{974936E6-9D22-4509-ACEF-729BCB324E31}" sibTransId="{E23F7BF8-846A-498D-86DE-A59363C4DA21}"/>
    <dgm:cxn modelId="{7AEBA7BF-97D8-460E-BF4A-C409256A2DBE}" type="presOf" srcId="{E22CD67B-A9B0-4050-91B2-062465BD6B6F}" destId="{123A39E9-85F5-49F3-B692-A417D3208AE6}" srcOrd="0" destOrd="0" presId="urn:microsoft.com/office/officeart/2005/8/layout/vList2"/>
    <dgm:cxn modelId="{40A283CD-BA5D-496A-B032-2A09F389B55D}" type="presOf" srcId="{8066173F-BC68-438F-B106-415C76DACEA3}" destId="{0BC3A891-D262-41C3-9A6A-F05857FCD59F}" srcOrd="0" destOrd="0" presId="urn:microsoft.com/office/officeart/2005/8/layout/vList2"/>
    <dgm:cxn modelId="{B32866DD-757B-4027-BFBD-375A1C7EBF09}" type="presOf" srcId="{AE3A1C16-1C92-4AC7-A39B-E8F61EA19871}" destId="{2B39C8FD-1F3B-4EFE-BA9C-E4B361F55ED7}" srcOrd="0" destOrd="0" presId="urn:microsoft.com/office/officeart/2005/8/layout/vList2"/>
    <dgm:cxn modelId="{344136E0-D05C-49C0-8324-47E5594CAB26}" srcId="{8066173F-BC68-438F-B106-415C76DACEA3}" destId="{ECA9D486-02C7-44C2-A367-220B41402F90}" srcOrd="0" destOrd="0" parTransId="{CC37AE06-135A-4290-BD3C-7AEA06BABA22}" sibTransId="{F0D04120-BE82-4EAD-B44F-C0A0C591FBF3}"/>
    <dgm:cxn modelId="{7038E9E7-C05D-452B-A6CF-C9A624601736}" srcId="{AE3A1C16-1C92-4AC7-A39B-E8F61EA19871}" destId="{2560662A-3D93-4AB6-99E9-DB9E461FF2A7}" srcOrd="1" destOrd="0" parTransId="{CC33247B-5454-4785-B44F-D1C420C36814}" sibTransId="{A91CFFA1-5337-4542-A0A2-704DE358D33C}"/>
    <dgm:cxn modelId="{F44E02ED-6C17-46BC-BFB2-0C5ED8A2F55A}" srcId="{90A15D21-87D6-4E3E-82E3-0ACC2E322FF9}" destId="{8066173F-BC68-438F-B106-415C76DACEA3}" srcOrd="1" destOrd="0" parTransId="{44DB71FE-B537-4589-8628-31B6D2519E25}" sibTransId="{510DB1F5-BCED-4295-80D8-18048B4CAA80}"/>
    <dgm:cxn modelId="{D2F010ED-7379-49D3-B46C-821E3141039E}" type="presOf" srcId="{90A15D21-87D6-4E3E-82E3-0ACC2E322FF9}" destId="{934BC36E-48B6-40A2-8D97-6228B44FB695}" srcOrd="0" destOrd="0" presId="urn:microsoft.com/office/officeart/2005/8/layout/vList2"/>
    <dgm:cxn modelId="{35016AED-95EB-49F4-9DFD-1832C1700894}" srcId="{8066173F-BC68-438F-B106-415C76DACEA3}" destId="{74AC60D2-B405-4249-9470-148033AEFB04}" srcOrd="1" destOrd="0" parTransId="{9CA9AF34-290E-44EC-AC88-3B97FA156EB9}" sibTransId="{F36F6965-1121-4281-BD35-26052E0C5291}"/>
    <dgm:cxn modelId="{1BD263F0-FED3-43A0-90EE-011BB768764E}" srcId="{E22CD67B-A9B0-4050-91B2-062465BD6B6F}" destId="{FCD3CAC5-5736-4A23-BAFC-92FA27C71BFA}" srcOrd="0" destOrd="0" parTransId="{CC511A47-23C9-4188-8EE7-3C68084D8482}" sibTransId="{D6721CBA-38B5-405F-AD28-AB0EC4303EB9}"/>
    <dgm:cxn modelId="{20BDB1FB-08DB-4D13-9615-C066E57CBCD1}" type="presOf" srcId="{A9BE078F-99E9-4CCA-97C0-E1894332FCE2}" destId="{2AB239F0-EB03-470D-B719-29F666340859}" srcOrd="0" destOrd="1" presId="urn:microsoft.com/office/officeart/2005/8/layout/vList2"/>
    <dgm:cxn modelId="{6B5A08FE-38B1-4439-A19A-653FBBBCEB43}" srcId="{E22CD67B-A9B0-4050-91B2-062465BD6B6F}" destId="{EADEF0A4-311A-4AD6-8E5B-DC87F959BF9B}" srcOrd="1" destOrd="0" parTransId="{0E2F4B61-D89F-433B-BD8A-64406B308A29}" sibTransId="{E82351CB-9282-4E0F-B230-8838910A52CF}"/>
    <dgm:cxn modelId="{8561159D-2C44-473A-8227-738C764A7EC5}" type="presParOf" srcId="{934BC36E-48B6-40A2-8D97-6228B44FB695}" destId="{2B39C8FD-1F3B-4EFE-BA9C-E4B361F55ED7}" srcOrd="0" destOrd="0" presId="urn:microsoft.com/office/officeart/2005/8/layout/vList2"/>
    <dgm:cxn modelId="{8767E9B4-2552-45C2-9859-852039C8D122}" type="presParOf" srcId="{934BC36E-48B6-40A2-8D97-6228B44FB695}" destId="{2A3C7F9D-680D-4ECE-BD59-FC19D0E9C7E2}" srcOrd="1" destOrd="0" presId="urn:microsoft.com/office/officeart/2005/8/layout/vList2"/>
    <dgm:cxn modelId="{36826BA3-2633-4F0F-9860-5680F1D9B0B2}" type="presParOf" srcId="{934BC36E-48B6-40A2-8D97-6228B44FB695}" destId="{0BC3A891-D262-41C3-9A6A-F05857FCD59F}" srcOrd="2" destOrd="0" presId="urn:microsoft.com/office/officeart/2005/8/layout/vList2"/>
    <dgm:cxn modelId="{10493EFB-44D6-417B-92B8-48D208CA0B94}" type="presParOf" srcId="{934BC36E-48B6-40A2-8D97-6228B44FB695}" destId="{17A3346D-B646-4770-BA5B-5830B078C8D4}" srcOrd="3" destOrd="0" presId="urn:microsoft.com/office/officeart/2005/8/layout/vList2"/>
    <dgm:cxn modelId="{81B22C56-4410-4973-B980-B471C6F7C694}" type="presParOf" srcId="{934BC36E-48B6-40A2-8D97-6228B44FB695}" destId="{4BAA7872-5BE9-4D8A-9F40-482A63ED3AAC}" srcOrd="4" destOrd="0" presId="urn:microsoft.com/office/officeart/2005/8/layout/vList2"/>
    <dgm:cxn modelId="{F158ACB5-B314-425C-B947-FAADD14D9BF2}" type="presParOf" srcId="{934BC36E-48B6-40A2-8D97-6228B44FB695}" destId="{2AB239F0-EB03-470D-B719-29F666340859}" srcOrd="5" destOrd="0" presId="urn:microsoft.com/office/officeart/2005/8/layout/vList2"/>
    <dgm:cxn modelId="{150C7985-683B-4852-9795-6F36DC2BE5C6}" type="presParOf" srcId="{934BC36E-48B6-40A2-8D97-6228B44FB695}" destId="{123A39E9-85F5-49F3-B692-A417D3208AE6}" srcOrd="6" destOrd="0" presId="urn:microsoft.com/office/officeart/2005/8/layout/vList2"/>
    <dgm:cxn modelId="{DFC9A8D7-3B6D-429C-85BA-39F286C88F55}" type="presParOf" srcId="{934BC36E-48B6-40A2-8D97-6228B44FB695}" destId="{9C4D5728-12D7-424B-AC3D-F641D17AA79B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DE759F-A139-49B9-B074-F42F887C2B37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50E428A-D1EA-4CDB-BF0D-D2547A93AF70}">
      <dgm:prSet phldrT="[Text]" phldr="0" custT="1"/>
      <dgm:spPr/>
      <dgm:t>
        <a:bodyPr/>
        <a:lstStyle/>
        <a:p>
          <a:pPr algn="just" rtl="0">
            <a:lnSpc>
              <a:spcPct val="100000"/>
            </a:lnSpc>
          </a:pPr>
          <a:r>
            <a:rPr lang="en-US" sz="1800" b="1">
              <a:solidFill>
                <a:schemeClr val="tx1"/>
              </a:solidFill>
              <a:latin typeface="Times New Roman"/>
              <a:cs typeface="Times New Roman"/>
            </a:rPr>
            <a:t>HealthMap — Automated Disease Surveillance</a:t>
          </a:r>
        </a:p>
      </dgm:t>
    </dgm:pt>
    <dgm:pt modelId="{3BBB9BEF-EE19-4323-978C-252B83B54994}" type="parTrans" cxnId="{C77091A4-0157-42CC-8EBE-F60F43008873}">
      <dgm:prSet/>
      <dgm:spPr/>
    </dgm:pt>
    <dgm:pt modelId="{C083EE6F-7948-4480-93A9-A4198D0B3948}" type="sibTrans" cxnId="{C77091A4-0157-42CC-8EBE-F60F43008873}">
      <dgm:prSet/>
      <dgm:spPr/>
      <dgm:t>
        <a:bodyPr/>
        <a:lstStyle/>
        <a:p>
          <a:endParaRPr lang="en-US"/>
        </a:p>
      </dgm:t>
    </dgm:pt>
    <dgm:pt modelId="{BCF90BE0-3825-474E-9BC7-6FFC09AC1C00}">
      <dgm:prSet phldrT="[Text]" phldr="0"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600" b="1">
              <a:latin typeface="Times New Roman"/>
              <a:cs typeface="Times New Roman"/>
            </a:rPr>
            <a:t>Organization:</a:t>
          </a:r>
          <a:r>
            <a:rPr lang="en-US" sz="1600" b="0">
              <a:latin typeface="Times New Roman"/>
              <a:cs typeface="Times New Roman"/>
            </a:rPr>
            <a:t> Boston Children's Hospital</a:t>
          </a:r>
          <a:endParaRPr lang="en-US" sz="1600">
            <a:latin typeface="Times New Roman"/>
            <a:cs typeface="Times New Roman"/>
          </a:endParaRPr>
        </a:p>
      </dgm:t>
    </dgm:pt>
    <dgm:pt modelId="{8EB17172-6E68-4F96-9301-16268ABCE6D2}" type="parTrans" cxnId="{84212FAE-CB8F-4F12-B3D7-23D5AD92EA06}">
      <dgm:prSet/>
      <dgm:spPr/>
    </dgm:pt>
    <dgm:pt modelId="{99DED7C1-DA61-47FF-AD63-261D5F70A641}" type="sibTrans" cxnId="{84212FAE-CB8F-4F12-B3D7-23D5AD92EA06}">
      <dgm:prSet/>
      <dgm:spPr/>
    </dgm:pt>
    <dgm:pt modelId="{762B7019-C915-4781-82D7-5CA6476B75DB}">
      <dgm:prSet phldrT="[Text]" phldr="0"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b="0">
              <a:latin typeface="Times New Roman"/>
              <a:cs typeface="Times New Roman"/>
            </a:rPr>
            <a:t>Aggregates multilingual online, news, expert and official sources for disease surveillance.</a:t>
          </a:r>
          <a:endParaRPr lang="en-US" sz="1400">
            <a:latin typeface="Times New Roman"/>
            <a:cs typeface="Times New Roman"/>
          </a:endParaRPr>
        </a:p>
      </dgm:t>
    </dgm:pt>
    <dgm:pt modelId="{C5BC8969-FC87-4EAF-8200-93F93175D629}" type="parTrans" cxnId="{8EAE51D3-B787-40E6-AE1B-277761483BDE}">
      <dgm:prSet/>
      <dgm:spPr/>
    </dgm:pt>
    <dgm:pt modelId="{211DBE3A-5A8A-417A-BDD7-1413F4C8C62B}" type="sibTrans" cxnId="{8EAE51D3-B787-40E6-AE1B-277761483BDE}">
      <dgm:prSet/>
      <dgm:spPr/>
    </dgm:pt>
    <dgm:pt modelId="{5E0C0E4D-37CA-475A-98F0-DFDDB2EC5BD3}">
      <dgm:prSet phldrT="[Text]" phldr="0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b="0">
              <a:latin typeface="Times New Roman"/>
              <a:cs typeface="Times New Roman"/>
            </a:rPr>
            <a:t>Uses NLP to identify </a:t>
          </a:r>
          <a:r>
            <a:rPr lang="en-US" sz="1400" b="1">
              <a:latin typeface="Times New Roman"/>
              <a:cs typeface="Times New Roman"/>
            </a:rPr>
            <a:t>diseases, locations and related outbreak information</a:t>
          </a:r>
          <a:r>
            <a:rPr lang="en-US" sz="1400" b="0">
              <a:latin typeface="Times New Roman"/>
              <a:cs typeface="Times New Roman"/>
            </a:rPr>
            <a:t>.</a:t>
          </a:r>
          <a:endParaRPr lang="en-US" sz="1400">
            <a:latin typeface="Times New Roman"/>
            <a:cs typeface="Times New Roman"/>
          </a:endParaRPr>
        </a:p>
      </dgm:t>
    </dgm:pt>
    <dgm:pt modelId="{29335BE4-0883-4FEE-BDA3-67EBDE630CF1}" type="parTrans" cxnId="{38CF10F6-29DB-424E-9C10-9287D5B43E50}">
      <dgm:prSet/>
      <dgm:spPr/>
    </dgm:pt>
    <dgm:pt modelId="{F241FAF4-0F60-430C-977C-8AFBC5727E5E}" type="sibTrans" cxnId="{38CF10F6-29DB-424E-9C10-9287D5B43E50}">
      <dgm:prSet/>
      <dgm:spPr/>
    </dgm:pt>
    <dgm:pt modelId="{D3DD9068-1D74-4AF6-A866-15A02332EF3F}">
      <dgm:prSet phldrT="[Text]" phldr="0"/>
      <dgm:spPr/>
      <dgm:t>
        <a:bodyPr/>
        <a:lstStyle/>
        <a:p>
          <a:pPr algn="just" rtl="0">
            <a:lnSpc>
              <a:spcPct val="100000"/>
            </a:lnSpc>
          </a:pPr>
          <a:r>
            <a:rPr lang="en-US" sz="1400" b="0">
              <a:latin typeface="Times New Roman"/>
              <a:cs typeface="Times New Roman"/>
            </a:rPr>
            <a:t>Includes human and animal diseases as well as some environmental risks. </a:t>
          </a:r>
          <a:endParaRPr lang="en-US" sz="1400">
            <a:latin typeface="Times New Roman"/>
            <a:cs typeface="Times New Roman"/>
          </a:endParaRPr>
        </a:p>
      </dgm:t>
    </dgm:pt>
    <dgm:pt modelId="{53F24D56-8322-4C3F-9117-1CFA135C34E0}" type="parTrans" cxnId="{D3A13814-0948-451B-9108-1A7CBBAD0720}">
      <dgm:prSet/>
      <dgm:spPr/>
    </dgm:pt>
    <dgm:pt modelId="{6C741E62-6636-4682-B4A3-C75FCC98F3B5}" type="sibTrans" cxnId="{D3A13814-0948-451B-9108-1A7CBBAD0720}">
      <dgm:prSet/>
      <dgm:spPr/>
    </dgm:pt>
    <dgm:pt modelId="{D9CBABB9-E6D0-4088-8BB7-914D34B6B89B}">
      <dgm:prSet phldrT="[Text]" phldr="0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b="1">
              <a:latin typeface="Times New Roman"/>
              <a:cs typeface="Times New Roman"/>
            </a:rPr>
            <a:t>Gap:</a:t>
          </a:r>
          <a:r>
            <a:rPr lang="en-US" sz="1400" b="0">
              <a:latin typeface="Times New Roman"/>
              <a:cs typeface="Times New Roman"/>
            </a:rPr>
            <a:t> Primarily designed as an </a:t>
          </a:r>
          <a:r>
            <a:rPr lang="en-US" sz="1400" b="1">
              <a:latin typeface="Times New Roman"/>
              <a:cs typeface="Times New Roman"/>
            </a:rPr>
            <a:t>event/alert surveillance system</a:t>
          </a:r>
          <a:r>
            <a:rPr lang="en-US" sz="1400" b="0">
              <a:latin typeface="Times New Roman"/>
              <a:cs typeface="Times New Roman"/>
            </a:rPr>
            <a:t>, rather than a temporal knowledge graph for discovering complex cross-domain relationships.</a:t>
          </a:r>
          <a:endParaRPr lang="en-US" sz="1400">
            <a:latin typeface="Times New Roman"/>
            <a:cs typeface="Times New Roman"/>
          </a:endParaRPr>
        </a:p>
      </dgm:t>
    </dgm:pt>
    <dgm:pt modelId="{FBDC21A7-65C3-4959-AD12-85FCDD613D70}" type="parTrans" cxnId="{0ED5D9FA-44AB-496D-ABDC-8FE15414C4F4}">
      <dgm:prSet/>
      <dgm:spPr/>
    </dgm:pt>
    <dgm:pt modelId="{EE2E4530-E363-4F8C-8C98-8730160F8E10}" type="sibTrans" cxnId="{0ED5D9FA-44AB-496D-ABDC-8FE15414C4F4}">
      <dgm:prSet/>
      <dgm:spPr/>
    </dgm:pt>
    <dgm:pt modelId="{75E0B978-7243-43A6-94DD-40F09220BF62}">
      <dgm:prSet phldrT="[Text]" phldr="0" custT="1"/>
      <dgm:spPr/>
      <dgm:t>
        <a:bodyPr/>
        <a:lstStyle/>
        <a:p>
          <a:pPr algn="just" rtl="0">
            <a:lnSpc>
              <a:spcPct val="100000"/>
            </a:lnSpc>
          </a:pPr>
          <a:r>
            <a:rPr lang="en-US" sz="1800" b="1" err="1">
              <a:solidFill>
                <a:schemeClr val="tx1"/>
              </a:solidFill>
              <a:latin typeface="Times New Roman"/>
              <a:cs typeface="Times New Roman"/>
            </a:rPr>
            <a:t>BlueDot</a:t>
          </a:r>
          <a:r>
            <a:rPr lang="en-US" sz="1800" b="1">
              <a:solidFill>
                <a:schemeClr val="tx1"/>
              </a:solidFill>
              <a:latin typeface="Times New Roman"/>
              <a:cs typeface="Times New Roman"/>
            </a:rPr>
            <a:t> — Infectious Disease Intelligence</a:t>
          </a:r>
        </a:p>
      </dgm:t>
    </dgm:pt>
    <dgm:pt modelId="{111DBA2D-4AF7-4884-BDF3-F1E23428698F}" type="parTrans" cxnId="{00B6D8A3-17B7-44EC-8784-2B3F9E3AA9E3}">
      <dgm:prSet/>
      <dgm:spPr/>
    </dgm:pt>
    <dgm:pt modelId="{324B2466-97E2-427A-A227-AA4872B5C954}" type="sibTrans" cxnId="{00B6D8A3-17B7-44EC-8784-2B3F9E3AA9E3}">
      <dgm:prSet/>
      <dgm:spPr/>
      <dgm:t>
        <a:bodyPr/>
        <a:lstStyle/>
        <a:p>
          <a:endParaRPr lang="en-US"/>
        </a:p>
      </dgm:t>
    </dgm:pt>
    <dgm:pt modelId="{292BD3D6-8CFF-4889-8145-F82F03A6B83B}">
      <dgm:prSet phldrT="[Text]" phldr="0"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600" b="1">
              <a:latin typeface="Times New Roman"/>
              <a:cs typeface="Times New Roman"/>
            </a:rPr>
            <a:t>Company:</a:t>
          </a:r>
          <a:r>
            <a:rPr lang="en-US" sz="1600">
              <a:latin typeface="Times New Roman"/>
              <a:cs typeface="Times New Roman"/>
            </a:rPr>
            <a:t> BlueDot</a:t>
          </a:r>
        </a:p>
      </dgm:t>
    </dgm:pt>
    <dgm:pt modelId="{D2FBEC00-3AD2-49E7-9C90-845F60171B77}" type="parTrans" cxnId="{E796917B-6CF9-4947-A7A8-2B741CAE9766}">
      <dgm:prSet/>
      <dgm:spPr/>
    </dgm:pt>
    <dgm:pt modelId="{75656A7B-2E55-4182-AC18-D4386E968FBC}" type="sibTrans" cxnId="{E796917B-6CF9-4947-A7A8-2B741CAE9766}">
      <dgm:prSet/>
      <dgm:spPr/>
    </dgm:pt>
    <dgm:pt modelId="{26F2973A-1A05-4E85-B861-CC19E533CED5}">
      <dgm:prSet phldrT="[Text]" phldr="0"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>
              <a:latin typeface="Times New Roman"/>
              <a:cs typeface="Times New Roman"/>
            </a:rPr>
            <a:t>Uses AI to monitor </a:t>
          </a:r>
          <a:r>
            <a:rPr lang="en-US" sz="1400" b="1">
              <a:latin typeface="Times New Roman"/>
              <a:cs typeface="Times New Roman"/>
            </a:rPr>
            <a:t>multilingual global sources</a:t>
          </a:r>
          <a:r>
            <a:rPr lang="en-US" sz="1400">
              <a:latin typeface="Times New Roman"/>
              <a:cs typeface="Times New Roman"/>
            </a:rPr>
            <a:t> for infectious-disease threats.</a:t>
          </a:r>
        </a:p>
      </dgm:t>
    </dgm:pt>
    <dgm:pt modelId="{6684C7A2-E561-4D52-803A-39F05F9A5270}" type="parTrans" cxnId="{F97C4AB1-84CB-4027-84D1-50401C2DE0E9}">
      <dgm:prSet/>
      <dgm:spPr/>
    </dgm:pt>
    <dgm:pt modelId="{8A6D9420-9FF0-4440-9965-8B297E3E5516}" type="sibTrans" cxnId="{F97C4AB1-84CB-4027-84D1-50401C2DE0E9}">
      <dgm:prSet/>
      <dgm:spPr/>
    </dgm:pt>
    <dgm:pt modelId="{89310CBE-D1B8-40BF-B5C5-59D88CC2CDB9}">
      <dgm:prSet phldrT="[Text]" phldr="0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>
              <a:latin typeface="Times New Roman"/>
              <a:cs typeface="Times New Roman"/>
            </a:rPr>
            <a:t>Provides outbreak alerts, structured intelligence, risk assessments and forecasting.</a:t>
          </a:r>
        </a:p>
      </dgm:t>
    </dgm:pt>
    <dgm:pt modelId="{4BDED006-4F20-40EA-A2DA-2E31E7222450}" type="parTrans" cxnId="{980424B8-9681-4F00-B277-4769C74AB4EB}">
      <dgm:prSet/>
      <dgm:spPr/>
    </dgm:pt>
    <dgm:pt modelId="{C14D0FE5-2563-4ABF-A423-519D7C2BF335}" type="sibTrans" cxnId="{980424B8-9681-4F00-B277-4769C74AB4EB}">
      <dgm:prSet/>
      <dgm:spPr/>
    </dgm:pt>
    <dgm:pt modelId="{4190B308-7FF3-4F14-9ABC-E290F8623CCB}">
      <dgm:prSet phldrT="[Text]" phldr="0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>
              <a:latin typeface="Times New Roman"/>
              <a:cs typeface="Times New Roman"/>
            </a:rPr>
            <a:t>Incorporates contextual factors such as disease spread and vulnerability. </a:t>
          </a:r>
        </a:p>
      </dgm:t>
    </dgm:pt>
    <dgm:pt modelId="{3837BD68-EDEC-4AD4-88B9-E08AFE9EA07E}" type="parTrans" cxnId="{CA28846B-C901-486C-967B-2BB89ED491A9}">
      <dgm:prSet/>
      <dgm:spPr/>
    </dgm:pt>
    <dgm:pt modelId="{F0E9A266-EC19-416C-AF7E-565BE9A3FE2A}" type="sibTrans" cxnId="{CA28846B-C901-486C-967B-2BB89ED491A9}">
      <dgm:prSet/>
      <dgm:spPr/>
    </dgm:pt>
    <dgm:pt modelId="{19C906A6-BBD8-450C-9FDB-64067378A3E5}">
      <dgm:prSet phldrT="[Text]" phldr="0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b="1">
              <a:latin typeface="Times New Roman"/>
              <a:cs typeface="Times New Roman"/>
            </a:rPr>
            <a:t>Gap:</a:t>
          </a:r>
          <a:r>
            <a:rPr lang="en-US" sz="1400">
              <a:latin typeface="Times New Roman"/>
              <a:cs typeface="Times New Roman"/>
            </a:rPr>
            <a:t> Focuses on </a:t>
          </a:r>
          <a:r>
            <a:rPr lang="en-US" sz="1400" b="1">
              <a:latin typeface="Times New Roman"/>
              <a:cs typeface="Times New Roman"/>
            </a:rPr>
            <a:t>infectious-disease intelligence and forecasting</a:t>
          </a:r>
          <a:r>
            <a:rPr lang="en-US" sz="1400">
              <a:latin typeface="Times New Roman"/>
              <a:cs typeface="Times New Roman"/>
            </a:rPr>
            <a:t>, rather than building an open-ended temporal entity–relationship graph from heterogeneous One Health text.</a:t>
          </a:r>
        </a:p>
      </dgm:t>
    </dgm:pt>
    <dgm:pt modelId="{B4CC0B79-A50C-4FF0-8FB5-28989272854C}" type="parTrans" cxnId="{3E0CFDD6-6735-4EE3-AF38-5905D87C7547}">
      <dgm:prSet/>
      <dgm:spPr/>
    </dgm:pt>
    <dgm:pt modelId="{623B7C65-E499-455D-A6C5-D3BD2A9B85FF}" type="sibTrans" cxnId="{3E0CFDD6-6735-4EE3-AF38-5905D87C7547}">
      <dgm:prSet/>
      <dgm:spPr/>
    </dgm:pt>
    <dgm:pt modelId="{37B8AB57-3191-4228-8447-6014DFEB54ED}">
      <dgm:prSet phldrT="[Text]" phldr="0" custT="1"/>
      <dgm:spPr/>
      <dgm:t>
        <a:bodyPr/>
        <a:lstStyle/>
        <a:p>
          <a:pPr algn="just" rtl="0">
            <a:lnSpc>
              <a:spcPct val="100000"/>
            </a:lnSpc>
          </a:pPr>
          <a:r>
            <a:rPr lang="en-US" sz="1800" b="1">
              <a:solidFill>
                <a:schemeClr val="tx1"/>
              </a:solidFill>
              <a:latin typeface="Times New Roman"/>
              <a:cs typeface="Times New Roman"/>
            </a:rPr>
            <a:t>EPIWATCH — Early Epidemic Intelligence</a:t>
          </a:r>
        </a:p>
      </dgm:t>
    </dgm:pt>
    <dgm:pt modelId="{B8633405-96A1-4877-BB75-C78E6EE540AB}" type="parTrans" cxnId="{83586797-3835-4336-9260-A6F1D7F6BA7C}">
      <dgm:prSet/>
      <dgm:spPr/>
    </dgm:pt>
    <dgm:pt modelId="{26F5C01A-9445-4E88-9123-11A0BC122544}" type="sibTrans" cxnId="{83586797-3835-4336-9260-A6F1D7F6BA7C}">
      <dgm:prSet/>
      <dgm:spPr/>
      <dgm:t>
        <a:bodyPr/>
        <a:lstStyle/>
        <a:p>
          <a:endParaRPr lang="en-US"/>
        </a:p>
      </dgm:t>
    </dgm:pt>
    <dgm:pt modelId="{384404DD-3374-4B75-B58E-04EF8AF85F40}">
      <dgm:prSet phldrT="[Text]" phldr="0"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600" b="1">
              <a:latin typeface="Times New Roman"/>
              <a:cs typeface="Times New Roman"/>
            </a:rPr>
            <a:t>Organization:</a:t>
          </a:r>
          <a:r>
            <a:rPr lang="en-US" sz="1600">
              <a:latin typeface="Times New Roman"/>
              <a:cs typeface="Times New Roman"/>
            </a:rPr>
            <a:t> University of New South Wales / Kirby Institute</a:t>
          </a:r>
        </a:p>
      </dgm:t>
    </dgm:pt>
    <dgm:pt modelId="{E86D5466-1DE4-42C2-BF21-58FEC7C2B216}" type="parTrans" cxnId="{68014A09-09E5-4712-9295-FEBD8B1A51F5}">
      <dgm:prSet/>
      <dgm:spPr/>
    </dgm:pt>
    <dgm:pt modelId="{C24942C7-B417-4481-A881-15E9C09759A7}" type="sibTrans" cxnId="{68014A09-09E5-4712-9295-FEBD8B1A51F5}">
      <dgm:prSet/>
      <dgm:spPr/>
    </dgm:pt>
    <dgm:pt modelId="{449EB637-AF06-44EA-ABC2-07DB8EC09FE0}">
      <dgm:prSet phldrT="[Text]" phldr="0"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>
              <a:latin typeface="Times New Roman"/>
              <a:cs typeface="Times New Roman"/>
            </a:rPr>
            <a:t>Uses AI and open-source data to detect early epidemic signals.</a:t>
          </a:r>
        </a:p>
      </dgm:t>
    </dgm:pt>
    <dgm:pt modelId="{88EB46F1-9806-4ECB-9E05-48521EC302AA}" type="parTrans" cxnId="{15E2B0CC-E8EB-450F-9CBE-336DE17891FA}">
      <dgm:prSet/>
      <dgm:spPr/>
    </dgm:pt>
    <dgm:pt modelId="{87C9CE6C-1797-4733-A351-A650C754DBE2}" type="sibTrans" cxnId="{15E2B0CC-E8EB-450F-9CBE-336DE17891FA}">
      <dgm:prSet/>
      <dgm:spPr/>
    </dgm:pt>
    <dgm:pt modelId="{5EFCFBBB-A9F0-483E-9AA4-25707F4D15AE}">
      <dgm:prSet phldrT="[Text]" phldr="0"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>
              <a:latin typeface="Times New Roman"/>
              <a:cs typeface="Times New Roman"/>
            </a:rPr>
            <a:t>Provides real-time situational awareness, dashboards and curated intelligence.</a:t>
          </a:r>
        </a:p>
      </dgm:t>
    </dgm:pt>
    <dgm:pt modelId="{7DC2FEDF-673B-436C-BB4E-7FAEEB7D83F6}" type="parTrans" cxnId="{2B19367D-A711-4E6B-8FCD-33F8F34756AB}">
      <dgm:prSet/>
      <dgm:spPr/>
    </dgm:pt>
    <dgm:pt modelId="{28BF3079-A268-45CA-9A64-01AC3A2EF52D}" type="sibTrans" cxnId="{2B19367D-A711-4E6B-8FCD-33F8F34756AB}">
      <dgm:prSet/>
      <dgm:spPr/>
    </dgm:pt>
    <dgm:pt modelId="{F45B849A-E6AC-415C-A22C-B1B3E422499D}">
      <dgm:prSet phldrT="[Text]" phldr="0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>
              <a:latin typeface="Times New Roman"/>
              <a:cs typeface="Times New Roman"/>
            </a:rPr>
            <a:t>Supports ingestion of additional data streams for surveillance. </a:t>
          </a:r>
        </a:p>
      </dgm:t>
    </dgm:pt>
    <dgm:pt modelId="{557B9FF3-CA97-49C3-A5BD-56301F76FD03}" type="parTrans" cxnId="{92F59976-4190-42A1-8841-7004AE9E38FB}">
      <dgm:prSet/>
      <dgm:spPr/>
    </dgm:pt>
    <dgm:pt modelId="{DF812953-2E73-417D-A8F4-FA2D7999983A}" type="sibTrans" cxnId="{92F59976-4190-42A1-8841-7004AE9E38FB}">
      <dgm:prSet/>
      <dgm:spPr/>
    </dgm:pt>
    <dgm:pt modelId="{B52C0AAA-5CE4-4E81-B8CC-E5C0294CA2AA}">
      <dgm:prSet phldrT="[Text]" phldr="0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b="1">
              <a:latin typeface="Times New Roman"/>
              <a:cs typeface="Times New Roman"/>
            </a:rPr>
            <a:t>Gap:</a:t>
          </a:r>
          <a:r>
            <a:rPr lang="en-US" sz="1400">
              <a:latin typeface="Times New Roman"/>
              <a:cs typeface="Times New Roman"/>
            </a:rPr>
            <a:t> Strong in </a:t>
          </a:r>
          <a:r>
            <a:rPr lang="en-US" sz="1400" b="1">
              <a:latin typeface="Times New Roman"/>
              <a:cs typeface="Times New Roman"/>
            </a:rPr>
            <a:t>early-warning surveillance</a:t>
          </a:r>
          <a:r>
            <a:rPr lang="en-US" sz="1400">
              <a:latin typeface="Times New Roman"/>
              <a:cs typeface="Times New Roman"/>
            </a:rPr>
            <a:t>, but not centered on constructing a temporal knowledge graph linking human, animal and environmental entities extracted from text.</a:t>
          </a:r>
        </a:p>
      </dgm:t>
    </dgm:pt>
    <dgm:pt modelId="{BA1A8B14-98A8-4A88-9B32-E115D280B56A}" type="parTrans" cxnId="{BC3B1AAC-A2C4-49F7-846E-9F9766207C12}">
      <dgm:prSet/>
      <dgm:spPr/>
    </dgm:pt>
    <dgm:pt modelId="{B488D698-5C58-4B9E-98C9-686B5A6DB76C}" type="sibTrans" cxnId="{BC3B1AAC-A2C4-49F7-846E-9F9766207C12}">
      <dgm:prSet/>
      <dgm:spPr/>
    </dgm:pt>
    <dgm:pt modelId="{769B018D-4E1F-43FB-98E8-A0E6D9B1DE7C}" type="pres">
      <dgm:prSet presAssocID="{E9DE759F-A139-49B9-B074-F42F887C2B37}" presName="linear" presStyleCnt="0">
        <dgm:presLayoutVars>
          <dgm:dir/>
          <dgm:animLvl val="lvl"/>
          <dgm:resizeHandles val="exact"/>
        </dgm:presLayoutVars>
      </dgm:prSet>
      <dgm:spPr/>
    </dgm:pt>
    <dgm:pt modelId="{FB8CC718-7DF9-4FC9-BD90-070DCBADD528}" type="pres">
      <dgm:prSet presAssocID="{350E428A-D1EA-4CDB-BF0D-D2547A93AF70}" presName="parentLin" presStyleCnt="0"/>
      <dgm:spPr/>
    </dgm:pt>
    <dgm:pt modelId="{C655A630-D297-47B6-8414-1508461BE3B2}" type="pres">
      <dgm:prSet presAssocID="{350E428A-D1EA-4CDB-BF0D-D2547A93AF70}" presName="parentLeftMargin" presStyleLbl="node1" presStyleIdx="0" presStyleCnt="3"/>
      <dgm:spPr/>
    </dgm:pt>
    <dgm:pt modelId="{4F0AD823-BE7C-4792-8B94-832223ABDD31}" type="pres">
      <dgm:prSet presAssocID="{350E428A-D1EA-4CDB-BF0D-D2547A93AF7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855B610-39C8-4A59-A2AF-7FB2A97D0E8A}" type="pres">
      <dgm:prSet presAssocID="{350E428A-D1EA-4CDB-BF0D-D2547A93AF70}" presName="negativeSpace" presStyleCnt="0"/>
      <dgm:spPr/>
    </dgm:pt>
    <dgm:pt modelId="{5F6DEF11-A92E-4161-BB3F-E68BA2E8D350}" type="pres">
      <dgm:prSet presAssocID="{350E428A-D1EA-4CDB-BF0D-D2547A93AF70}" presName="childText" presStyleLbl="conFgAcc1" presStyleIdx="0" presStyleCnt="3">
        <dgm:presLayoutVars>
          <dgm:bulletEnabled val="1"/>
        </dgm:presLayoutVars>
      </dgm:prSet>
      <dgm:spPr/>
    </dgm:pt>
    <dgm:pt modelId="{59323A8E-4619-4DC6-89E9-6CBBB472CE4E}" type="pres">
      <dgm:prSet presAssocID="{C083EE6F-7948-4480-93A9-A4198D0B3948}" presName="spaceBetweenRectangles" presStyleCnt="0"/>
      <dgm:spPr/>
    </dgm:pt>
    <dgm:pt modelId="{1A90A140-8EE4-41FC-8B27-12F1C78E0B3D}" type="pres">
      <dgm:prSet presAssocID="{75E0B978-7243-43A6-94DD-40F09220BF62}" presName="parentLin" presStyleCnt="0"/>
      <dgm:spPr/>
    </dgm:pt>
    <dgm:pt modelId="{A53AF760-9CFF-44AA-A77F-5297EA893C98}" type="pres">
      <dgm:prSet presAssocID="{75E0B978-7243-43A6-94DD-40F09220BF62}" presName="parentLeftMargin" presStyleLbl="node1" presStyleIdx="0" presStyleCnt="3"/>
      <dgm:spPr/>
    </dgm:pt>
    <dgm:pt modelId="{2EFC1BE4-F723-4F88-936C-A431216981A8}" type="pres">
      <dgm:prSet presAssocID="{75E0B978-7243-43A6-94DD-40F09220BF6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B00503E-AE71-48FD-ABEB-EDC93803D73A}" type="pres">
      <dgm:prSet presAssocID="{75E0B978-7243-43A6-94DD-40F09220BF62}" presName="negativeSpace" presStyleCnt="0"/>
      <dgm:spPr/>
    </dgm:pt>
    <dgm:pt modelId="{EF3EE6AD-7FA4-41EC-9170-151B02E273D2}" type="pres">
      <dgm:prSet presAssocID="{75E0B978-7243-43A6-94DD-40F09220BF62}" presName="childText" presStyleLbl="conFgAcc1" presStyleIdx="1" presStyleCnt="3">
        <dgm:presLayoutVars>
          <dgm:bulletEnabled val="1"/>
        </dgm:presLayoutVars>
      </dgm:prSet>
      <dgm:spPr/>
    </dgm:pt>
    <dgm:pt modelId="{E9EC33F6-02C1-491F-8A35-3D03EFF377E5}" type="pres">
      <dgm:prSet presAssocID="{324B2466-97E2-427A-A227-AA4872B5C954}" presName="spaceBetweenRectangles" presStyleCnt="0"/>
      <dgm:spPr/>
    </dgm:pt>
    <dgm:pt modelId="{0319D34C-37BC-47A3-A869-8FAC8B98F88B}" type="pres">
      <dgm:prSet presAssocID="{37B8AB57-3191-4228-8447-6014DFEB54ED}" presName="parentLin" presStyleCnt="0"/>
      <dgm:spPr/>
    </dgm:pt>
    <dgm:pt modelId="{8486B19B-563C-4758-8072-FD371514BD96}" type="pres">
      <dgm:prSet presAssocID="{37B8AB57-3191-4228-8447-6014DFEB54ED}" presName="parentLeftMargin" presStyleLbl="node1" presStyleIdx="1" presStyleCnt="3"/>
      <dgm:spPr/>
    </dgm:pt>
    <dgm:pt modelId="{626A7414-E491-4B9E-819C-59EB4F5772B8}" type="pres">
      <dgm:prSet presAssocID="{37B8AB57-3191-4228-8447-6014DFEB54E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06133A4-D08B-4A49-B54B-D2D39AC6B297}" type="pres">
      <dgm:prSet presAssocID="{37B8AB57-3191-4228-8447-6014DFEB54ED}" presName="negativeSpace" presStyleCnt="0"/>
      <dgm:spPr/>
    </dgm:pt>
    <dgm:pt modelId="{07949B15-9541-4073-9BDB-08104610F4B9}" type="pres">
      <dgm:prSet presAssocID="{37B8AB57-3191-4228-8447-6014DFEB54E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FF7E806-1FAB-476A-BB25-7102BB381EAE}" type="presOf" srcId="{D9CBABB9-E6D0-4088-8BB7-914D34B6B89B}" destId="{5F6DEF11-A92E-4161-BB3F-E68BA2E8D350}" srcOrd="0" destOrd="4" presId="urn:microsoft.com/office/officeart/2005/8/layout/list1"/>
    <dgm:cxn modelId="{68014A09-09E5-4712-9295-FEBD8B1A51F5}" srcId="{37B8AB57-3191-4228-8447-6014DFEB54ED}" destId="{384404DD-3374-4B75-B58E-04EF8AF85F40}" srcOrd="0" destOrd="0" parTransId="{E86D5466-1DE4-42C2-BF21-58FEC7C2B216}" sibTransId="{C24942C7-B417-4481-A881-15E9C09759A7}"/>
    <dgm:cxn modelId="{83776E0D-373C-4359-BF55-D51651AADDA0}" type="presOf" srcId="{37B8AB57-3191-4228-8447-6014DFEB54ED}" destId="{8486B19B-563C-4758-8072-FD371514BD96}" srcOrd="0" destOrd="0" presId="urn:microsoft.com/office/officeart/2005/8/layout/list1"/>
    <dgm:cxn modelId="{D3A13814-0948-451B-9108-1A7CBBAD0720}" srcId="{BCF90BE0-3825-474E-9BC7-6FFC09AC1C00}" destId="{D3DD9068-1D74-4AF6-A866-15A02332EF3F}" srcOrd="2" destOrd="0" parTransId="{53F24D56-8322-4C3F-9117-1CFA135C34E0}" sibTransId="{6C741E62-6636-4682-B4A3-C75FCC98F3B5}"/>
    <dgm:cxn modelId="{741B4A24-6DE3-4933-824F-80B9DCF914EC}" type="presOf" srcId="{350E428A-D1EA-4CDB-BF0D-D2547A93AF70}" destId="{C655A630-D297-47B6-8414-1508461BE3B2}" srcOrd="0" destOrd="0" presId="urn:microsoft.com/office/officeart/2005/8/layout/list1"/>
    <dgm:cxn modelId="{0C38512D-5AE4-4787-BF96-DB6DB69229F3}" type="presOf" srcId="{26F2973A-1A05-4E85-B861-CC19E533CED5}" destId="{EF3EE6AD-7FA4-41EC-9170-151B02E273D2}" srcOrd="0" destOrd="1" presId="urn:microsoft.com/office/officeart/2005/8/layout/list1"/>
    <dgm:cxn modelId="{77CC1F32-CE49-45F0-8D5E-58D192B1CCC7}" type="presOf" srcId="{5EFCFBBB-A9F0-483E-9AA4-25707F4D15AE}" destId="{07949B15-9541-4073-9BDB-08104610F4B9}" srcOrd="0" destOrd="2" presId="urn:microsoft.com/office/officeart/2005/8/layout/list1"/>
    <dgm:cxn modelId="{10D08A60-650C-485C-A16A-F7C9D9194859}" type="presOf" srcId="{75E0B978-7243-43A6-94DD-40F09220BF62}" destId="{2EFC1BE4-F723-4F88-936C-A431216981A8}" srcOrd="1" destOrd="0" presId="urn:microsoft.com/office/officeart/2005/8/layout/list1"/>
    <dgm:cxn modelId="{5C274C66-8C16-4BE3-9815-6183707CD78C}" type="presOf" srcId="{37B8AB57-3191-4228-8447-6014DFEB54ED}" destId="{626A7414-E491-4B9E-819C-59EB4F5772B8}" srcOrd="1" destOrd="0" presId="urn:microsoft.com/office/officeart/2005/8/layout/list1"/>
    <dgm:cxn modelId="{CA28846B-C901-486C-967B-2BB89ED491A9}" srcId="{292BD3D6-8CFF-4889-8145-F82F03A6B83B}" destId="{4190B308-7FF3-4F14-9ABC-E290F8623CCB}" srcOrd="2" destOrd="0" parTransId="{3837BD68-EDEC-4AD4-88B9-E08AFE9EA07E}" sibTransId="{F0E9A266-EC19-416C-AF7E-565BE9A3FE2A}"/>
    <dgm:cxn modelId="{8CC41F4F-EA2A-4BA9-A9CD-B80C414F6D22}" type="presOf" srcId="{F45B849A-E6AC-415C-A22C-B1B3E422499D}" destId="{07949B15-9541-4073-9BDB-08104610F4B9}" srcOrd="0" destOrd="3" presId="urn:microsoft.com/office/officeart/2005/8/layout/list1"/>
    <dgm:cxn modelId="{ACE09E70-54F0-4FBA-86F7-825F8D13D54B}" type="presOf" srcId="{5E0C0E4D-37CA-475A-98F0-DFDDB2EC5BD3}" destId="{5F6DEF11-A92E-4161-BB3F-E68BA2E8D350}" srcOrd="0" destOrd="2" presId="urn:microsoft.com/office/officeart/2005/8/layout/list1"/>
    <dgm:cxn modelId="{92F59976-4190-42A1-8841-7004AE9E38FB}" srcId="{384404DD-3374-4B75-B58E-04EF8AF85F40}" destId="{F45B849A-E6AC-415C-A22C-B1B3E422499D}" srcOrd="2" destOrd="0" parTransId="{557B9FF3-CA97-49C3-A5BD-56301F76FD03}" sibTransId="{DF812953-2E73-417D-A8F4-FA2D7999983A}"/>
    <dgm:cxn modelId="{E796917B-6CF9-4947-A7A8-2B741CAE9766}" srcId="{75E0B978-7243-43A6-94DD-40F09220BF62}" destId="{292BD3D6-8CFF-4889-8145-F82F03A6B83B}" srcOrd="0" destOrd="0" parTransId="{D2FBEC00-3AD2-49E7-9C90-845F60171B77}" sibTransId="{75656A7B-2E55-4182-AC18-D4386E968FBC}"/>
    <dgm:cxn modelId="{2B19367D-A711-4E6B-8FCD-33F8F34756AB}" srcId="{384404DD-3374-4B75-B58E-04EF8AF85F40}" destId="{5EFCFBBB-A9F0-483E-9AA4-25707F4D15AE}" srcOrd="1" destOrd="0" parTransId="{7DC2FEDF-673B-436C-BB4E-7FAEEB7D83F6}" sibTransId="{28BF3079-A268-45CA-9A64-01AC3A2EF52D}"/>
    <dgm:cxn modelId="{9B32C289-9E7A-4791-B35A-38C02FEFAE64}" type="presOf" srcId="{75E0B978-7243-43A6-94DD-40F09220BF62}" destId="{A53AF760-9CFF-44AA-A77F-5297EA893C98}" srcOrd="0" destOrd="0" presId="urn:microsoft.com/office/officeart/2005/8/layout/list1"/>
    <dgm:cxn modelId="{83586797-3835-4336-9260-A6F1D7F6BA7C}" srcId="{E9DE759F-A139-49B9-B074-F42F887C2B37}" destId="{37B8AB57-3191-4228-8447-6014DFEB54ED}" srcOrd="2" destOrd="0" parTransId="{B8633405-96A1-4877-BB75-C78E6EE540AB}" sibTransId="{26F5C01A-9445-4E88-9123-11A0BC122544}"/>
    <dgm:cxn modelId="{834F8F9B-AC3B-42ED-A3BA-932859160D70}" type="presOf" srcId="{B52C0AAA-5CE4-4E81-B8CC-E5C0294CA2AA}" destId="{07949B15-9541-4073-9BDB-08104610F4B9}" srcOrd="0" destOrd="4" presId="urn:microsoft.com/office/officeart/2005/8/layout/list1"/>
    <dgm:cxn modelId="{97A45D9C-7961-4E7D-BE95-88F361A7950A}" type="presOf" srcId="{19C906A6-BBD8-450C-9FDB-64067378A3E5}" destId="{EF3EE6AD-7FA4-41EC-9170-151B02E273D2}" srcOrd="0" destOrd="4" presId="urn:microsoft.com/office/officeart/2005/8/layout/list1"/>
    <dgm:cxn modelId="{22BD79A3-76DA-4909-9489-6714998D6BE2}" type="presOf" srcId="{BCF90BE0-3825-474E-9BC7-6FFC09AC1C00}" destId="{5F6DEF11-A92E-4161-BB3F-E68BA2E8D350}" srcOrd="0" destOrd="0" presId="urn:microsoft.com/office/officeart/2005/8/layout/list1"/>
    <dgm:cxn modelId="{00B6D8A3-17B7-44EC-8784-2B3F9E3AA9E3}" srcId="{E9DE759F-A139-49B9-B074-F42F887C2B37}" destId="{75E0B978-7243-43A6-94DD-40F09220BF62}" srcOrd="1" destOrd="0" parTransId="{111DBA2D-4AF7-4884-BDF3-F1E23428698F}" sibTransId="{324B2466-97E2-427A-A227-AA4872B5C954}"/>
    <dgm:cxn modelId="{C77091A4-0157-42CC-8EBE-F60F43008873}" srcId="{E9DE759F-A139-49B9-B074-F42F887C2B37}" destId="{350E428A-D1EA-4CDB-BF0D-D2547A93AF70}" srcOrd="0" destOrd="0" parTransId="{3BBB9BEF-EE19-4323-978C-252B83B54994}" sibTransId="{C083EE6F-7948-4480-93A9-A4198D0B3948}"/>
    <dgm:cxn modelId="{BC3B1AAC-A2C4-49F7-846E-9F9766207C12}" srcId="{384404DD-3374-4B75-B58E-04EF8AF85F40}" destId="{B52C0AAA-5CE4-4E81-B8CC-E5C0294CA2AA}" srcOrd="3" destOrd="0" parTransId="{BA1A8B14-98A8-4A88-9B32-E115D280B56A}" sibTransId="{B488D698-5C58-4B9E-98C9-686B5A6DB76C}"/>
    <dgm:cxn modelId="{D40A39AC-27A0-40E7-B487-58EDC98AFF6A}" type="presOf" srcId="{384404DD-3374-4B75-B58E-04EF8AF85F40}" destId="{07949B15-9541-4073-9BDB-08104610F4B9}" srcOrd="0" destOrd="0" presId="urn:microsoft.com/office/officeart/2005/8/layout/list1"/>
    <dgm:cxn modelId="{37B061AD-7F7C-48C0-9583-A1B596DC857D}" type="presOf" srcId="{D3DD9068-1D74-4AF6-A866-15A02332EF3F}" destId="{5F6DEF11-A92E-4161-BB3F-E68BA2E8D350}" srcOrd="0" destOrd="3" presId="urn:microsoft.com/office/officeart/2005/8/layout/list1"/>
    <dgm:cxn modelId="{84212FAE-CB8F-4F12-B3D7-23D5AD92EA06}" srcId="{350E428A-D1EA-4CDB-BF0D-D2547A93AF70}" destId="{BCF90BE0-3825-474E-9BC7-6FFC09AC1C00}" srcOrd="0" destOrd="0" parTransId="{8EB17172-6E68-4F96-9301-16268ABCE6D2}" sibTransId="{99DED7C1-DA61-47FF-AD63-261D5F70A641}"/>
    <dgm:cxn modelId="{F97C4AB1-84CB-4027-84D1-50401C2DE0E9}" srcId="{292BD3D6-8CFF-4889-8145-F82F03A6B83B}" destId="{26F2973A-1A05-4E85-B861-CC19E533CED5}" srcOrd="0" destOrd="0" parTransId="{6684C7A2-E561-4D52-803A-39F05F9A5270}" sibTransId="{8A6D9420-9FF0-4440-9965-8B297E3E5516}"/>
    <dgm:cxn modelId="{50C417B3-F30E-45D1-8EC7-73142FEC7CDC}" type="presOf" srcId="{E9DE759F-A139-49B9-B074-F42F887C2B37}" destId="{769B018D-4E1F-43FB-98E8-A0E6D9B1DE7C}" srcOrd="0" destOrd="0" presId="urn:microsoft.com/office/officeart/2005/8/layout/list1"/>
    <dgm:cxn modelId="{980424B8-9681-4F00-B277-4769C74AB4EB}" srcId="{292BD3D6-8CFF-4889-8145-F82F03A6B83B}" destId="{89310CBE-D1B8-40BF-B5C5-59D88CC2CDB9}" srcOrd="1" destOrd="0" parTransId="{4BDED006-4F20-40EA-A2DA-2E31E7222450}" sibTransId="{C14D0FE5-2563-4ABF-A423-519D7C2BF335}"/>
    <dgm:cxn modelId="{D79927B9-E2AB-4B92-8F80-5CDFA51E9FDD}" type="presOf" srcId="{762B7019-C915-4781-82D7-5CA6476B75DB}" destId="{5F6DEF11-A92E-4161-BB3F-E68BA2E8D350}" srcOrd="0" destOrd="1" presId="urn:microsoft.com/office/officeart/2005/8/layout/list1"/>
    <dgm:cxn modelId="{15E2B0CC-E8EB-450F-9CBE-336DE17891FA}" srcId="{384404DD-3374-4B75-B58E-04EF8AF85F40}" destId="{449EB637-AF06-44EA-ABC2-07DB8EC09FE0}" srcOrd="0" destOrd="0" parTransId="{88EB46F1-9806-4ECB-9E05-48521EC302AA}" sibTransId="{87C9CE6C-1797-4733-A351-A650C754DBE2}"/>
    <dgm:cxn modelId="{984BA7D0-884F-48B5-BDC1-D28E23E8B70C}" type="presOf" srcId="{449EB637-AF06-44EA-ABC2-07DB8EC09FE0}" destId="{07949B15-9541-4073-9BDB-08104610F4B9}" srcOrd="0" destOrd="1" presId="urn:microsoft.com/office/officeart/2005/8/layout/list1"/>
    <dgm:cxn modelId="{8EAE51D3-B787-40E6-AE1B-277761483BDE}" srcId="{BCF90BE0-3825-474E-9BC7-6FFC09AC1C00}" destId="{762B7019-C915-4781-82D7-5CA6476B75DB}" srcOrd="0" destOrd="0" parTransId="{C5BC8969-FC87-4EAF-8200-93F93175D629}" sibTransId="{211DBE3A-5A8A-417A-BDD7-1413F4C8C62B}"/>
    <dgm:cxn modelId="{3E0CFDD6-6735-4EE3-AF38-5905D87C7547}" srcId="{292BD3D6-8CFF-4889-8145-F82F03A6B83B}" destId="{19C906A6-BBD8-450C-9FDB-64067378A3E5}" srcOrd="3" destOrd="0" parTransId="{B4CC0B79-A50C-4FF0-8FB5-28989272854C}" sibTransId="{623B7C65-E499-455D-A6C5-D3BD2A9B85FF}"/>
    <dgm:cxn modelId="{FC8648E4-8100-4F47-86B3-76D3DEAE8E52}" type="presOf" srcId="{292BD3D6-8CFF-4889-8145-F82F03A6B83B}" destId="{EF3EE6AD-7FA4-41EC-9170-151B02E273D2}" srcOrd="0" destOrd="0" presId="urn:microsoft.com/office/officeart/2005/8/layout/list1"/>
    <dgm:cxn modelId="{43BB64EC-DDAE-449B-9F23-81195B96E64C}" type="presOf" srcId="{4190B308-7FF3-4F14-9ABC-E290F8623CCB}" destId="{EF3EE6AD-7FA4-41EC-9170-151B02E273D2}" srcOrd="0" destOrd="3" presId="urn:microsoft.com/office/officeart/2005/8/layout/list1"/>
    <dgm:cxn modelId="{90C1C8EE-5026-4544-A97B-B6142E938520}" type="presOf" srcId="{89310CBE-D1B8-40BF-B5C5-59D88CC2CDB9}" destId="{EF3EE6AD-7FA4-41EC-9170-151B02E273D2}" srcOrd="0" destOrd="2" presId="urn:microsoft.com/office/officeart/2005/8/layout/list1"/>
    <dgm:cxn modelId="{38CF10F6-29DB-424E-9C10-9287D5B43E50}" srcId="{BCF90BE0-3825-474E-9BC7-6FFC09AC1C00}" destId="{5E0C0E4D-37CA-475A-98F0-DFDDB2EC5BD3}" srcOrd="1" destOrd="0" parTransId="{29335BE4-0883-4FEE-BDA3-67EBDE630CF1}" sibTransId="{F241FAF4-0F60-430C-977C-8AFBC5727E5E}"/>
    <dgm:cxn modelId="{E86605F8-97B4-4E72-9596-61CAC2EE99E1}" type="presOf" srcId="{350E428A-D1EA-4CDB-BF0D-D2547A93AF70}" destId="{4F0AD823-BE7C-4792-8B94-832223ABDD31}" srcOrd="1" destOrd="0" presId="urn:microsoft.com/office/officeart/2005/8/layout/list1"/>
    <dgm:cxn modelId="{0ED5D9FA-44AB-496D-ABDC-8FE15414C4F4}" srcId="{BCF90BE0-3825-474E-9BC7-6FFC09AC1C00}" destId="{D9CBABB9-E6D0-4088-8BB7-914D34B6B89B}" srcOrd="3" destOrd="0" parTransId="{FBDC21A7-65C3-4959-AD12-85FCDD613D70}" sibTransId="{EE2E4530-E363-4F8C-8C98-8730160F8E10}"/>
    <dgm:cxn modelId="{BF6D9565-9FEA-49D0-8B5C-7F3B8C2E783D}" type="presParOf" srcId="{769B018D-4E1F-43FB-98E8-A0E6D9B1DE7C}" destId="{FB8CC718-7DF9-4FC9-BD90-070DCBADD528}" srcOrd="0" destOrd="0" presId="urn:microsoft.com/office/officeart/2005/8/layout/list1"/>
    <dgm:cxn modelId="{129B03FF-F66E-4CEF-B405-703A8FBC2B10}" type="presParOf" srcId="{FB8CC718-7DF9-4FC9-BD90-070DCBADD528}" destId="{C655A630-D297-47B6-8414-1508461BE3B2}" srcOrd="0" destOrd="0" presId="urn:microsoft.com/office/officeart/2005/8/layout/list1"/>
    <dgm:cxn modelId="{77AF6E12-EEDB-4D1B-98BA-F6D5C22D6066}" type="presParOf" srcId="{FB8CC718-7DF9-4FC9-BD90-070DCBADD528}" destId="{4F0AD823-BE7C-4792-8B94-832223ABDD31}" srcOrd="1" destOrd="0" presId="urn:microsoft.com/office/officeart/2005/8/layout/list1"/>
    <dgm:cxn modelId="{439BF0F7-F43A-45ED-AF3A-7308078114CC}" type="presParOf" srcId="{769B018D-4E1F-43FB-98E8-A0E6D9B1DE7C}" destId="{F855B610-39C8-4A59-A2AF-7FB2A97D0E8A}" srcOrd="1" destOrd="0" presId="urn:microsoft.com/office/officeart/2005/8/layout/list1"/>
    <dgm:cxn modelId="{BBBED742-2B7B-42DE-B330-AD2683AA4C68}" type="presParOf" srcId="{769B018D-4E1F-43FB-98E8-A0E6D9B1DE7C}" destId="{5F6DEF11-A92E-4161-BB3F-E68BA2E8D350}" srcOrd="2" destOrd="0" presId="urn:microsoft.com/office/officeart/2005/8/layout/list1"/>
    <dgm:cxn modelId="{26BDDF8C-D32E-4278-89AE-85EDC4A8E2DA}" type="presParOf" srcId="{769B018D-4E1F-43FB-98E8-A0E6D9B1DE7C}" destId="{59323A8E-4619-4DC6-89E9-6CBBB472CE4E}" srcOrd="3" destOrd="0" presId="urn:microsoft.com/office/officeart/2005/8/layout/list1"/>
    <dgm:cxn modelId="{C9A65531-A782-4EEF-B95D-C1CD0DB7CE8F}" type="presParOf" srcId="{769B018D-4E1F-43FB-98E8-A0E6D9B1DE7C}" destId="{1A90A140-8EE4-41FC-8B27-12F1C78E0B3D}" srcOrd="4" destOrd="0" presId="urn:microsoft.com/office/officeart/2005/8/layout/list1"/>
    <dgm:cxn modelId="{9960EF5E-841C-462E-B940-A6A4D56793FD}" type="presParOf" srcId="{1A90A140-8EE4-41FC-8B27-12F1C78E0B3D}" destId="{A53AF760-9CFF-44AA-A77F-5297EA893C98}" srcOrd="0" destOrd="0" presId="urn:microsoft.com/office/officeart/2005/8/layout/list1"/>
    <dgm:cxn modelId="{FC2030CA-2EB6-49E6-905F-8FBB9B8734FF}" type="presParOf" srcId="{1A90A140-8EE4-41FC-8B27-12F1C78E0B3D}" destId="{2EFC1BE4-F723-4F88-936C-A431216981A8}" srcOrd="1" destOrd="0" presId="urn:microsoft.com/office/officeart/2005/8/layout/list1"/>
    <dgm:cxn modelId="{38A0AEF1-E37E-49A4-A5D5-93DD3649A547}" type="presParOf" srcId="{769B018D-4E1F-43FB-98E8-A0E6D9B1DE7C}" destId="{5B00503E-AE71-48FD-ABEB-EDC93803D73A}" srcOrd="5" destOrd="0" presId="urn:microsoft.com/office/officeart/2005/8/layout/list1"/>
    <dgm:cxn modelId="{EC82AFB9-D75B-4224-A33B-C6F46A18A867}" type="presParOf" srcId="{769B018D-4E1F-43FB-98E8-A0E6D9B1DE7C}" destId="{EF3EE6AD-7FA4-41EC-9170-151B02E273D2}" srcOrd="6" destOrd="0" presId="urn:microsoft.com/office/officeart/2005/8/layout/list1"/>
    <dgm:cxn modelId="{9FA0B357-85F7-4DEA-B524-990B32584CC8}" type="presParOf" srcId="{769B018D-4E1F-43FB-98E8-A0E6D9B1DE7C}" destId="{E9EC33F6-02C1-491F-8A35-3D03EFF377E5}" srcOrd="7" destOrd="0" presId="urn:microsoft.com/office/officeart/2005/8/layout/list1"/>
    <dgm:cxn modelId="{BD6EB717-8E1F-43D4-81D6-57ABBF9C1A77}" type="presParOf" srcId="{769B018D-4E1F-43FB-98E8-A0E6D9B1DE7C}" destId="{0319D34C-37BC-47A3-A869-8FAC8B98F88B}" srcOrd="8" destOrd="0" presId="urn:microsoft.com/office/officeart/2005/8/layout/list1"/>
    <dgm:cxn modelId="{7D8B0B83-1583-41CE-B72B-AE40084A0191}" type="presParOf" srcId="{0319D34C-37BC-47A3-A869-8FAC8B98F88B}" destId="{8486B19B-563C-4758-8072-FD371514BD96}" srcOrd="0" destOrd="0" presId="urn:microsoft.com/office/officeart/2005/8/layout/list1"/>
    <dgm:cxn modelId="{422CC349-C286-4031-B4DD-34489F9299EE}" type="presParOf" srcId="{0319D34C-37BC-47A3-A869-8FAC8B98F88B}" destId="{626A7414-E491-4B9E-819C-59EB4F5772B8}" srcOrd="1" destOrd="0" presId="urn:microsoft.com/office/officeart/2005/8/layout/list1"/>
    <dgm:cxn modelId="{F6715D54-62FE-4910-BDE5-440A9205BB56}" type="presParOf" srcId="{769B018D-4E1F-43FB-98E8-A0E6D9B1DE7C}" destId="{B06133A4-D08B-4A49-B54B-D2D39AC6B297}" srcOrd="9" destOrd="0" presId="urn:microsoft.com/office/officeart/2005/8/layout/list1"/>
    <dgm:cxn modelId="{6E7F65D1-1354-4618-AB74-642329A67A15}" type="presParOf" srcId="{769B018D-4E1F-43FB-98E8-A0E6D9B1DE7C}" destId="{07949B15-9541-4073-9BDB-08104610F4B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C1AB9D-4BD8-46BE-9A8D-1AE26791873D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DB17B18C-DF5B-4963-ABF1-EDCD65646932}">
      <dgm:prSet phldrT="[Text]" phldr="0" custT="1"/>
      <dgm:spPr/>
      <dgm:t>
        <a:bodyPr/>
        <a:lstStyle/>
        <a:p>
          <a:pPr algn="just" rtl="0">
            <a:lnSpc>
              <a:spcPct val="114999"/>
            </a:lnSpc>
          </a:pPr>
          <a:r>
            <a:rPr lang="en-US" sz="1600" b="1" u="sng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To collect and integrate</a:t>
          </a:r>
          <a:r>
            <a:rPr lang="en-US" sz="16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 heterogeneous textual data from scientific, veterinary, public-health, environmental, and disease-surveillance sources.</a:t>
          </a:r>
        </a:p>
      </dgm:t>
    </dgm:pt>
    <dgm:pt modelId="{003166C5-8AE4-4C44-93CE-E71B3F82E52E}" type="parTrans" cxnId="{67304CCB-B763-4307-8FDB-1227DE383C84}">
      <dgm:prSet/>
      <dgm:spPr/>
    </dgm:pt>
    <dgm:pt modelId="{08DE0184-0D45-42B0-B61D-8B7DC3180690}" type="sibTrans" cxnId="{67304CCB-B763-4307-8FDB-1227DE383C84}">
      <dgm:prSet/>
      <dgm:spPr/>
      <dgm:t>
        <a:bodyPr/>
        <a:lstStyle/>
        <a:p>
          <a:endParaRPr lang="en-US"/>
        </a:p>
      </dgm:t>
    </dgm:pt>
    <dgm:pt modelId="{516751F8-B0C4-4299-B391-671D44218FF8}">
      <dgm:prSet phldrT="[Text]" phldr="0" custT="1"/>
      <dgm:spPr/>
      <dgm:t>
        <a:bodyPr/>
        <a:lstStyle/>
        <a:p>
          <a:pPr algn="just" rtl="0">
            <a:lnSpc>
              <a:spcPct val="114999"/>
            </a:lnSpc>
          </a:pPr>
          <a:r>
            <a:rPr lang="en-US" sz="1600" b="1" u="sng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To develop a scalable Big Data preprocessing pipeline</a:t>
          </a:r>
          <a:r>
            <a:rPr lang="en-US" sz="1600" u="sng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 </a:t>
          </a:r>
          <a:r>
            <a:rPr lang="en-US" sz="16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using distributed processing for cleaning, deduplication, normalization, and metadata extraction.</a:t>
          </a:r>
        </a:p>
      </dgm:t>
    </dgm:pt>
    <dgm:pt modelId="{B64CF19D-4790-4D6B-AFC9-DEE8C100E7B9}" type="parTrans" cxnId="{63BE6A95-EF6A-430B-A3A8-14ACD87D38CB}">
      <dgm:prSet/>
      <dgm:spPr/>
    </dgm:pt>
    <dgm:pt modelId="{B57717AE-16C5-43EC-89D0-CCB0064A3895}" type="sibTrans" cxnId="{63BE6A95-EF6A-430B-A3A8-14ACD87D38CB}">
      <dgm:prSet/>
      <dgm:spPr/>
      <dgm:t>
        <a:bodyPr/>
        <a:lstStyle/>
        <a:p>
          <a:endParaRPr lang="en-US"/>
        </a:p>
      </dgm:t>
    </dgm:pt>
    <dgm:pt modelId="{A13B1C05-04C9-4199-9723-9804228EA1C5}">
      <dgm:prSet phldrT="[Text]" phldr="0" custT="1"/>
      <dgm:spPr/>
      <dgm:t>
        <a:bodyPr/>
        <a:lstStyle/>
        <a:p>
          <a:pPr algn="just" rtl="0">
            <a:lnSpc>
              <a:spcPct val="114999"/>
            </a:lnSpc>
          </a:pPr>
          <a:r>
            <a:rPr lang="en-US" sz="1600" b="1" u="sng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To extract and normalize cross-domain relationships</a:t>
          </a:r>
          <a:r>
            <a:rPr lang="en-US" sz="16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 among human, animal, pathogen, disease, environmental, spatial, and temporal entities.</a:t>
          </a:r>
        </a:p>
      </dgm:t>
    </dgm:pt>
    <dgm:pt modelId="{C67BC47E-1203-47AE-A3E3-A8C9709E5BB5}" type="parTrans" cxnId="{B9DAFE47-9768-410E-801D-3A5F02C4D862}">
      <dgm:prSet/>
      <dgm:spPr/>
    </dgm:pt>
    <dgm:pt modelId="{93CE5FB6-E51F-4D24-B4E9-0FA302D7F418}" type="sibTrans" cxnId="{B9DAFE47-9768-410E-801D-3A5F02C4D862}">
      <dgm:prSet/>
      <dgm:spPr/>
      <dgm:t>
        <a:bodyPr/>
        <a:lstStyle/>
        <a:p>
          <a:endParaRPr lang="en-US"/>
        </a:p>
      </dgm:t>
    </dgm:pt>
    <dgm:pt modelId="{854FE3C6-EC1E-491B-B248-76DEDC17C2DE}">
      <dgm:prSet phldrT="[Text]" phldr="0" custT="1"/>
      <dgm:spPr/>
      <dgm:t>
        <a:bodyPr/>
        <a:lstStyle/>
        <a:p>
          <a:pPr algn="just" rtl="0">
            <a:lnSpc>
              <a:spcPct val="114999"/>
            </a:lnSpc>
          </a:pPr>
          <a:r>
            <a:rPr lang="en-US" sz="1600" b="1" u="sng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To construct a temporal One Health Knowledge Graph</a:t>
          </a:r>
          <a:r>
            <a:rPr lang="en-US" sz="16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 representing entities, relationships, time, location, and source provenance.</a:t>
          </a:r>
        </a:p>
      </dgm:t>
    </dgm:pt>
    <dgm:pt modelId="{B680372C-78C8-4DCA-9CC9-A0AF4AF0DEBE}" type="parTrans" cxnId="{5CECD62A-0599-4237-8527-74AFA767233F}">
      <dgm:prSet/>
      <dgm:spPr/>
    </dgm:pt>
    <dgm:pt modelId="{3523A469-FA2B-4D5A-9643-D0EBF6069771}" type="sibTrans" cxnId="{5CECD62A-0599-4237-8527-74AFA767233F}">
      <dgm:prSet/>
      <dgm:spPr/>
      <dgm:t>
        <a:bodyPr/>
        <a:lstStyle/>
        <a:p>
          <a:endParaRPr lang="en-US"/>
        </a:p>
      </dgm:t>
    </dgm:pt>
    <dgm:pt modelId="{0D85ED4D-F993-4F36-8713-AFA242D92D8E}">
      <dgm:prSet phldrT="[Text]" phldr="0" custT="1"/>
      <dgm:spPr/>
      <dgm:t>
        <a:bodyPr/>
        <a:lstStyle/>
        <a:p>
          <a:pPr algn="just" rtl="0">
            <a:lnSpc>
              <a:spcPct val="114999"/>
            </a:lnSpc>
          </a:pPr>
          <a:r>
            <a:rPr lang="en-US" sz="1600" b="1" u="sng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To analyze spatiotemporal patterns</a:t>
          </a:r>
          <a:r>
            <a:rPr lang="en-US" sz="16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 including disease trends, pathogen frequency changes, geographic expansion, host changes, and cross-domain associations.</a:t>
          </a:r>
        </a:p>
      </dgm:t>
    </dgm:pt>
    <dgm:pt modelId="{A5772130-1985-40B6-AA97-A5678F5AE62D}" type="parTrans" cxnId="{B145D0F0-F3FA-4E83-A119-E8DE61090C4D}">
      <dgm:prSet/>
      <dgm:spPr/>
    </dgm:pt>
    <dgm:pt modelId="{55553786-2B7E-48CC-A585-3FE117B4FA77}" type="sibTrans" cxnId="{B145D0F0-F3FA-4E83-A119-E8DE61090C4D}">
      <dgm:prSet/>
      <dgm:spPr/>
      <dgm:t>
        <a:bodyPr/>
        <a:lstStyle/>
        <a:p>
          <a:endParaRPr lang="en-US"/>
        </a:p>
      </dgm:t>
    </dgm:pt>
    <dgm:pt modelId="{1CBB2274-7F5D-4A28-A9D5-B83265CCA360}">
      <dgm:prSet phldrT="[Text]" phldr="0" custT="1"/>
      <dgm:spPr/>
      <dgm:t>
        <a:bodyPr/>
        <a:lstStyle/>
        <a:p>
          <a:pPr algn="just" rtl="0">
            <a:lnSpc>
              <a:spcPct val="114999"/>
            </a:lnSpc>
          </a:pPr>
          <a:r>
            <a:rPr lang="en-US" sz="1600" b="1" u="sng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To develop an interpretable emerging-signal detection mechanism</a:t>
          </a:r>
          <a:r>
            <a:rPr lang="en-US" sz="1600" b="1" u="none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 </a:t>
          </a:r>
          <a:r>
            <a:rPr lang="en-US" sz="1600" u="none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using</a:t>
          </a:r>
          <a:r>
            <a:rPr lang="en-US" sz="16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 temporal, spatial, source, and cross-domain characteristics to identify potential disease-intelligence signals.</a:t>
          </a:r>
        </a:p>
      </dgm:t>
    </dgm:pt>
    <dgm:pt modelId="{021A739D-B58B-4602-8BCC-6FE9C9197228}" type="parTrans" cxnId="{DBCBF5FF-FD0E-42C2-80B6-31E0347D2507}">
      <dgm:prSet/>
      <dgm:spPr/>
    </dgm:pt>
    <dgm:pt modelId="{EFD1BE8E-38D4-42E9-BDB9-8ACD326AE5AE}" type="sibTrans" cxnId="{DBCBF5FF-FD0E-42C2-80B6-31E0347D2507}">
      <dgm:prSet/>
      <dgm:spPr/>
      <dgm:t>
        <a:bodyPr/>
        <a:lstStyle/>
        <a:p>
          <a:endParaRPr lang="en-US"/>
        </a:p>
      </dgm:t>
    </dgm:pt>
    <dgm:pt modelId="{9E8D3D9F-18B9-4998-865C-64682019D460}">
      <dgm:prSet phldrT="[Text]" phldr="0" custT="1"/>
      <dgm:spPr/>
      <dgm:t>
        <a:bodyPr/>
        <a:lstStyle/>
        <a:p>
          <a:pPr algn="just" rtl="0">
            <a:lnSpc>
              <a:spcPct val="114999"/>
            </a:lnSpc>
          </a:pPr>
          <a:r>
            <a:rPr lang="en-US" sz="1600" b="1" u="sng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To develop an evidence-linked visualization dashboard</a:t>
          </a:r>
          <a:r>
            <a:rPr lang="en-US" sz="16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 for exploring the knowledge graph, temporal trends, geographic patterns, emerging signals, and their supporting source documents.</a:t>
          </a:r>
        </a:p>
      </dgm:t>
    </dgm:pt>
    <dgm:pt modelId="{28519EB0-5970-4A4C-AA95-178723512D3D}" type="parTrans" cxnId="{5CE502B3-6D10-44FE-B2E3-294968C25860}">
      <dgm:prSet/>
      <dgm:spPr/>
    </dgm:pt>
    <dgm:pt modelId="{1D589B1A-9EDB-4066-B48C-6AC04CD03ABF}" type="sibTrans" cxnId="{5CE502B3-6D10-44FE-B2E3-294968C25860}">
      <dgm:prSet/>
      <dgm:spPr/>
    </dgm:pt>
    <dgm:pt modelId="{72FB21A7-0BF5-498F-9B7D-E26091BECF27}" type="pres">
      <dgm:prSet presAssocID="{70C1AB9D-4BD8-46BE-9A8D-1AE26791873D}" presName="linear" presStyleCnt="0">
        <dgm:presLayoutVars>
          <dgm:animLvl val="lvl"/>
          <dgm:resizeHandles val="exact"/>
        </dgm:presLayoutVars>
      </dgm:prSet>
      <dgm:spPr/>
    </dgm:pt>
    <dgm:pt modelId="{38C11233-430B-4D73-ADF3-73F4A9388006}" type="pres">
      <dgm:prSet presAssocID="{DB17B18C-DF5B-4963-ABF1-EDCD65646932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5522904-F576-47BC-91FD-9F86C18D2EC8}" type="pres">
      <dgm:prSet presAssocID="{08DE0184-0D45-42B0-B61D-8B7DC3180690}" presName="spacer" presStyleCnt="0"/>
      <dgm:spPr/>
    </dgm:pt>
    <dgm:pt modelId="{E8828733-AC25-448D-9818-C910D60E7655}" type="pres">
      <dgm:prSet presAssocID="{516751F8-B0C4-4299-B391-671D44218FF8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2E83BD3-70A5-4439-9901-F7B604635C4B}" type="pres">
      <dgm:prSet presAssocID="{B57717AE-16C5-43EC-89D0-CCB0064A3895}" presName="spacer" presStyleCnt="0"/>
      <dgm:spPr/>
    </dgm:pt>
    <dgm:pt modelId="{87B332F6-8661-40BD-8BFC-C4793D4CC4EF}" type="pres">
      <dgm:prSet presAssocID="{A13B1C05-04C9-4199-9723-9804228EA1C5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A3961D55-AFE2-405D-840A-7CE9AB58B8FD}" type="pres">
      <dgm:prSet presAssocID="{93CE5FB6-E51F-4D24-B4E9-0FA302D7F418}" presName="spacer" presStyleCnt="0"/>
      <dgm:spPr/>
    </dgm:pt>
    <dgm:pt modelId="{1CD1D87B-B5C8-4351-A1BC-485D68BFDF74}" type="pres">
      <dgm:prSet presAssocID="{854FE3C6-EC1E-491B-B248-76DEDC17C2D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7EF01147-2CD5-4AD6-AEDA-90BA08529C93}" type="pres">
      <dgm:prSet presAssocID="{3523A469-FA2B-4D5A-9643-D0EBF6069771}" presName="spacer" presStyleCnt="0"/>
      <dgm:spPr/>
    </dgm:pt>
    <dgm:pt modelId="{BED31E3F-3FCF-468B-AF8D-36F0B2EC492C}" type="pres">
      <dgm:prSet presAssocID="{0D85ED4D-F993-4F36-8713-AFA242D92D8E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A96607F-3A35-4BCB-8F9E-E2F4D1C7A615}" type="pres">
      <dgm:prSet presAssocID="{55553786-2B7E-48CC-A585-3FE117B4FA77}" presName="spacer" presStyleCnt="0"/>
      <dgm:spPr/>
    </dgm:pt>
    <dgm:pt modelId="{F93C1353-D37D-4B42-A6CB-4D1E713E931F}" type="pres">
      <dgm:prSet presAssocID="{1CBB2274-7F5D-4A28-A9D5-B83265CCA360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ACF63825-0B9C-43BB-9F1B-00BE5BBAA2CB}" type="pres">
      <dgm:prSet presAssocID="{EFD1BE8E-38D4-42E9-BDB9-8ACD326AE5AE}" presName="spacer" presStyleCnt="0"/>
      <dgm:spPr/>
    </dgm:pt>
    <dgm:pt modelId="{052C07F5-BE88-4587-A9B9-63A80C186D2B}" type="pres">
      <dgm:prSet presAssocID="{9E8D3D9F-18B9-4998-865C-64682019D460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F6855D15-B664-4809-A77E-B604818C4054}" type="presOf" srcId="{0D85ED4D-F993-4F36-8713-AFA242D92D8E}" destId="{BED31E3F-3FCF-468B-AF8D-36F0B2EC492C}" srcOrd="0" destOrd="0" presId="urn:microsoft.com/office/officeart/2005/8/layout/vList2"/>
    <dgm:cxn modelId="{6A76E025-431B-470D-8B53-20D53FDE05EF}" type="presOf" srcId="{516751F8-B0C4-4299-B391-671D44218FF8}" destId="{E8828733-AC25-448D-9818-C910D60E7655}" srcOrd="0" destOrd="0" presId="urn:microsoft.com/office/officeart/2005/8/layout/vList2"/>
    <dgm:cxn modelId="{5CECD62A-0599-4237-8527-74AFA767233F}" srcId="{70C1AB9D-4BD8-46BE-9A8D-1AE26791873D}" destId="{854FE3C6-EC1E-491B-B248-76DEDC17C2DE}" srcOrd="3" destOrd="0" parTransId="{B680372C-78C8-4DCA-9CC9-A0AF4AF0DEBE}" sibTransId="{3523A469-FA2B-4D5A-9643-D0EBF6069771}"/>
    <dgm:cxn modelId="{B9DAFE47-9768-410E-801D-3A5F02C4D862}" srcId="{70C1AB9D-4BD8-46BE-9A8D-1AE26791873D}" destId="{A13B1C05-04C9-4199-9723-9804228EA1C5}" srcOrd="2" destOrd="0" parTransId="{C67BC47E-1203-47AE-A3E3-A8C9709E5BB5}" sibTransId="{93CE5FB6-E51F-4D24-B4E9-0FA302D7F418}"/>
    <dgm:cxn modelId="{2E82D46C-F4E2-4A22-9AC1-F6AE1D69E8EF}" type="presOf" srcId="{854FE3C6-EC1E-491B-B248-76DEDC17C2DE}" destId="{1CD1D87B-B5C8-4351-A1BC-485D68BFDF74}" srcOrd="0" destOrd="0" presId="urn:microsoft.com/office/officeart/2005/8/layout/vList2"/>
    <dgm:cxn modelId="{DB10C578-4554-4F20-9E74-D208E7703A90}" type="presOf" srcId="{A13B1C05-04C9-4199-9723-9804228EA1C5}" destId="{87B332F6-8661-40BD-8BFC-C4793D4CC4EF}" srcOrd="0" destOrd="0" presId="urn:microsoft.com/office/officeart/2005/8/layout/vList2"/>
    <dgm:cxn modelId="{63BE6A95-EF6A-430B-A3A8-14ACD87D38CB}" srcId="{70C1AB9D-4BD8-46BE-9A8D-1AE26791873D}" destId="{516751F8-B0C4-4299-B391-671D44218FF8}" srcOrd="1" destOrd="0" parTransId="{B64CF19D-4790-4D6B-AFC9-DEE8C100E7B9}" sibTransId="{B57717AE-16C5-43EC-89D0-CCB0064A3895}"/>
    <dgm:cxn modelId="{02D534A1-E4E0-44C2-8253-8448F5D4058A}" type="presOf" srcId="{9E8D3D9F-18B9-4998-865C-64682019D460}" destId="{052C07F5-BE88-4587-A9B9-63A80C186D2B}" srcOrd="0" destOrd="0" presId="urn:microsoft.com/office/officeart/2005/8/layout/vList2"/>
    <dgm:cxn modelId="{5CE502B3-6D10-44FE-B2E3-294968C25860}" srcId="{70C1AB9D-4BD8-46BE-9A8D-1AE26791873D}" destId="{9E8D3D9F-18B9-4998-865C-64682019D460}" srcOrd="6" destOrd="0" parTransId="{28519EB0-5970-4A4C-AA95-178723512D3D}" sibTransId="{1D589B1A-9EDB-4066-B48C-6AC04CD03ABF}"/>
    <dgm:cxn modelId="{33A100C9-9CD9-4038-A299-46A70FC7B043}" type="presOf" srcId="{DB17B18C-DF5B-4963-ABF1-EDCD65646932}" destId="{38C11233-430B-4D73-ADF3-73F4A9388006}" srcOrd="0" destOrd="0" presId="urn:microsoft.com/office/officeart/2005/8/layout/vList2"/>
    <dgm:cxn modelId="{31CB7CCA-51DA-4E2B-935F-609387C379F5}" type="presOf" srcId="{70C1AB9D-4BD8-46BE-9A8D-1AE26791873D}" destId="{72FB21A7-0BF5-498F-9B7D-E26091BECF27}" srcOrd="0" destOrd="0" presId="urn:microsoft.com/office/officeart/2005/8/layout/vList2"/>
    <dgm:cxn modelId="{67304CCB-B763-4307-8FDB-1227DE383C84}" srcId="{70C1AB9D-4BD8-46BE-9A8D-1AE26791873D}" destId="{DB17B18C-DF5B-4963-ABF1-EDCD65646932}" srcOrd="0" destOrd="0" parTransId="{003166C5-8AE4-4C44-93CE-E71B3F82E52E}" sibTransId="{08DE0184-0D45-42B0-B61D-8B7DC3180690}"/>
    <dgm:cxn modelId="{3C9404EC-CBC2-4D7F-B3BC-DC5CDCD922E7}" type="presOf" srcId="{1CBB2274-7F5D-4A28-A9D5-B83265CCA360}" destId="{F93C1353-D37D-4B42-A6CB-4D1E713E931F}" srcOrd="0" destOrd="0" presId="urn:microsoft.com/office/officeart/2005/8/layout/vList2"/>
    <dgm:cxn modelId="{B145D0F0-F3FA-4E83-A119-E8DE61090C4D}" srcId="{70C1AB9D-4BD8-46BE-9A8D-1AE26791873D}" destId="{0D85ED4D-F993-4F36-8713-AFA242D92D8E}" srcOrd="4" destOrd="0" parTransId="{A5772130-1985-40B6-AA97-A5678F5AE62D}" sibTransId="{55553786-2B7E-48CC-A585-3FE117B4FA77}"/>
    <dgm:cxn modelId="{DBCBF5FF-FD0E-42C2-80B6-31E0347D2507}" srcId="{70C1AB9D-4BD8-46BE-9A8D-1AE26791873D}" destId="{1CBB2274-7F5D-4A28-A9D5-B83265CCA360}" srcOrd="5" destOrd="0" parTransId="{021A739D-B58B-4602-8BCC-6FE9C9197228}" sibTransId="{EFD1BE8E-38D4-42E9-BDB9-8ACD326AE5AE}"/>
    <dgm:cxn modelId="{784058B3-FBD0-430C-8B91-7E35F6F3E1EB}" type="presParOf" srcId="{72FB21A7-0BF5-498F-9B7D-E26091BECF27}" destId="{38C11233-430B-4D73-ADF3-73F4A9388006}" srcOrd="0" destOrd="0" presId="urn:microsoft.com/office/officeart/2005/8/layout/vList2"/>
    <dgm:cxn modelId="{034F80A0-BA4B-4428-ACDF-D4FAA49A1CE0}" type="presParOf" srcId="{72FB21A7-0BF5-498F-9B7D-E26091BECF27}" destId="{35522904-F576-47BC-91FD-9F86C18D2EC8}" srcOrd="1" destOrd="0" presId="urn:microsoft.com/office/officeart/2005/8/layout/vList2"/>
    <dgm:cxn modelId="{87C86275-D7BD-49FD-8AE5-B4B628B56115}" type="presParOf" srcId="{72FB21A7-0BF5-498F-9B7D-E26091BECF27}" destId="{E8828733-AC25-448D-9818-C910D60E7655}" srcOrd="2" destOrd="0" presId="urn:microsoft.com/office/officeart/2005/8/layout/vList2"/>
    <dgm:cxn modelId="{3B39EBF3-94A1-47F9-B5AB-75FC77F4F568}" type="presParOf" srcId="{72FB21A7-0BF5-498F-9B7D-E26091BECF27}" destId="{A2E83BD3-70A5-4439-9901-F7B604635C4B}" srcOrd="3" destOrd="0" presId="urn:microsoft.com/office/officeart/2005/8/layout/vList2"/>
    <dgm:cxn modelId="{15C67F5D-6C85-46F4-BBBA-02BA510F313F}" type="presParOf" srcId="{72FB21A7-0BF5-498F-9B7D-E26091BECF27}" destId="{87B332F6-8661-40BD-8BFC-C4793D4CC4EF}" srcOrd="4" destOrd="0" presId="urn:microsoft.com/office/officeart/2005/8/layout/vList2"/>
    <dgm:cxn modelId="{5DF807D8-9909-4C7F-AFD0-7DA3F7AAF07E}" type="presParOf" srcId="{72FB21A7-0BF5-498F-9B7D-E26091BECF27}" destId="{A3961D55-AFE2-405D-840A-7CE9AB58B8FD}" srcOrd="5" destOrd="0" presId="urn:microsoft.com/office/officeart/2005/8/layout/vList2"/>
    <dgm:cxn modelId="{3FDE4E6D-FED6-49DB-AD7B-C5D3F6A05BA9}" type="presParOf" srcId="{72FB21A7-0BF5-498F-9B7D-E26091BECF27}" destId="{1CD1D87B-B5C8-4351-A1BC-485D68BFDF74}" srcOrd="6" destOrd="0" presId="urn:microsoft.com/office/officeart/2005/8/layout/vList2"/>
    <dgm:cxn modelId="{49DB92DC-822C-46EA-B200-C461BE6DF28D}" type="presParOf" srcId="{72FB21A7-0BF5-498F-9B7D-E26091BECF27}" destId="{7EF01147-2CD5-4AD6-AEDA-90BA08529C93}" srcOrd="7" destOrd="0" presId="urn:microsoft.com/office/officeart/2005/8/layout/vList2"/>
    <dgm:cxn modelId="{8E9111F5-E341-486B-9E2F-A12541A607C8}" type="presParOf" srcId="{72FB21A7-0BF5-498F-9B7D-E26091BECF27}" destId="{BED31E3F-3FCF-468B-AF8D-36F0B2EC492C}" srcOrd="8" destOrd="0" presId="urn:microsoft.com/office/officeart/2005/8/layout/vList2"/>
    <dgm:cxn modelId="{F745A832-37D5-4AF6-B784-8BCE97039ACA}" type="presParOf" srcId="{72FB21A7-0BF5-498F-9B7D-E26091BECF27}" destId="{BA96607F-3A35-4BCB-8F9E-E2F4D1C7A615}" srcOrd="9" destOrd="0" presId="urn:microsoft.com/office/officeart/2005/8/layout/vList2"/>
    <dgm:cxn modelId="{237EE5B0-B7B8-429A-B4EB-25E157C4DEC8}" type="presParOf" srcId="{72FB21A7-0BF5-498F-9B7D-E26091BECF27}" destId="{F93C1353-D37D-4B42-A6CB-4D1E713E931F}" srcOrd="10" destOrd="0" presId="urn:microsoft.com/office/officeart/2005/8/layout/vList2"/>
    <dgm:cxn modelId="{931E7B4D-2F8B-46E0-A2D7-B8AC2E5BBDF7}" type="presParOf" srcId="{72FB21A7-0BF5-498F-9B7D-E26091BECF27}" destId="{ACF63825-0B9C-43BB-9F1B-00BE5BBAA2CB}" srcOrd="11" destOrd="0" presId="urn:microsoft.com/office/officeart/2005/8/layout/vList2"/>
    <dgm:cxn modelId="{35005BA0-3265-43B0-A66B-26300AA914F0}" type="presParOf" srcId="{72FB21A7-0BF5-498F-9B7D-E26091BECF27}" destId="{052C07F5-BE88-4587-A9B9-63A80C186D2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90E108F-B46D-4337-94FD-060F436C4A76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9DA2D4E-7FF8-44CC-8477-5BC1D54C6945}">
      <dgm:prSet phldrT="[Text]" phldr="0" custT="1"/>
      <dgm:spPr/>
      <dgm:t>
        <a:bodyPr/>
        <a:lstStyle/>
        <a:p>
          <a:pPr algn="l" rtl="0"/>
          <a:r>
            <a:rPr lang="en-US" sz="1800" b="1">
              <a:solidFill>
                <a:schemeClr val="tx1"/>
              </a:solidFill>
              <a:latin typeface="Times New Roman"/>
              <a:cs typeface="Times New Roman"/>
            </a:rPr>
            <a:t>True Tri-Domain Integration</a:t>
          </a:r>
          <a:endParaRPr lang="en-US" sz="180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77272ADF-C6D7-41B9-BF1C-F6EE7A25B185}" type="parTrans" cxnId="{29744378-C0A8-492E-B9C6-5342EB46B2AA}">
      <dgm:prSet/>
      <dgm:spPr/>
    </dgm:pt>
    <dgm:pt modelId="{1DAB0052-C1F8-4E21-A924-4E976C629474}" type="sibTrans" cxnId="{29744378-C0A8-492E-B9C6-5342EB46B2AA}">
      <dgm:prSet/>
      <dgm:spPr/>
    </dgm:pt>
    <dgm:pt modelId="{D5722186-011C-4086-8244-759F682127BB}">
      <dgm:prSet phldrT="[Text]" phldr="0"/>
      <dgm:spPr/>
      <dgm:t>
        <a:bodyPr/>
        <a:lstStyle/>
        <a:p>
          <a:pPr algn="l"/>
          <a:r>
            <a:rPr lang="en-US" sz="1600">
              <a:latin typeface="Times New Roman"/>
              <a:cs typeface="Times New Roman"/>
            </a:rPr>
            <a:t>Traditional outbreak detection platforms focus primarily on </a:t>
          </a:r>
          <a:r>
            <a:rPr lang="en-US" sz="1600" b="1">
              <a:latin typeface="Times New Roman"/>
              <a:cs typeface="Times New Roman"/>
            </a:rPr>
            <a:t>human health indicators and media reports.</a:t>
          </a:r>
        </a:p>
      </dgm:t>
    </dgm:pt>
    <dgm:pt modelId="{A811BAAF-7452-4160-A45D-6728EE0466CC}" type="parTrans" cxnId="{383FFFDF-1B28-4296-BE1D-EE3A6A66FD3B}">
      <dgm:prSet/>
      <dgm:spPr/>
    </dgm:pt>
    <dgm:pt modelId="{C9C87F90-564E-4F2C-BC06-AC62CC1907E2}" type="sibTrans" cxnId="{383FFFDF-1B28-4296-BE1D-EE3A6A66FD3B}">
      <dgm:prSet/>
      <dgm:spPr/>
    </dgm:pt>
    <dgm:pt modelId="{7BE871BD-DF16-4112-85F2-9F40B23BBBAF}">
      <dgm:prSet phldrT="[Text]" phldr="0"/>
      <dgm:spPr/>
      <dgm:t>
        <a:bodyPr/>
        <a:lstStyle/>
        <a:p>
          <a:pPr algn="l" rtl="0"/>
          <a:r>
            <a:rPr lang="en-US" sz="1600">
              <a:latin typeface="Times New Roman"/>
              <a:cs typeface="Times New Roman"/>
            </a:rPr>
            <a:t>One Health Nexus elevates </a:t>
          </a:r>
          <a:r>
            <a:rPr lang="en-US" sz="1600" b="1">
              <a:latin typeface="Times New Roman"/>
              <a:cs typeface="Times New Roman"/>
            </a:rPr>
            <a:t>animal, human, and environmental entities to first-class graph nodes</a:t>
          </a:r>
          <a:r>
            <a:rPr lang="en-US" sz="1600">
              <a:latin typeface="Times New Roman"/>
              <a:cs typeface="Times New Roman"/>
            </a:rPr>
            <a:t> rather than secondary metadata, unlocking genuine </a:t>
          </a:r>
          <a:r>
            <a:rPr lang="en-US" sz="1600" b="1">
              <a:latin typeface="Times New Roman"/>
              <a:cs typeface="Times New Roman"/>
            </a:rPr>
            <a:t>cross-domain link discovery.</a:t>
          </a:r>
        </a:p>
      </dgm:t>
    </dgm:pt>
    <dgm:pt modelId="{E29B657A-8DC9-4E60-8EC2-8F5DB80DB733}" type="parTrans" cxnId="{1BAFC0A4-68A7-4ECD-A9FC-880F987ED887}">
      <dgm:prSet/>
      <dgm:spPr/>
    </dgm:pt>
    <dgm:pt modelId="{8C7EC125-9AE9-43BC-A318-3685D7AC98EE}" type="sibTrans" cxnId="{1BAFC0A4-68A7-4ECD-A9FC-880F987ED887}">
      <dgm:prSet/>
      <dgm:spPr/>
    </dgm:pt>
    <dgm:pt modelId="{23E771C6-6325-4ED3-97E6-02122DDCFC7F}">
      <dgm:prSet phldrT="[Text]" phldr="0" custT="1"/>
      <dgm:spPr/>
      <dgm:t>
        <a:bodyPr/>
        <a:lstStyle/>
        <a:p>
          <a:pPr algn="l"/>
          <a:r>
            <a:rPr lang="en-US" sz="1800" b="1">
              <a:solidFill>
                <a:schemeClr val="tx1"/>
              </a:solidFill>
              <a:latin typeface="Times New Roman"/>
              <a:cs typeface="Times New Roman"/>
            </a:rPr>
            <a:t>Dynamic Temporal Knowledge Graphs</a:t>
          </a:r>
          <a:endParaRPr lang="en-US" sz="180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5C9FBA31-A4D3-47C7-B6F7-39C8DF93E221}" type="parTrans" cxnId="{60E5CD2C-82CB-48CA-A9C0-0E763AC6FC89}">
      <dgm:prSet/>
      <dgm:spPr/>
    </dgm:pt>
    <dgm:pt modelId="{03E278AA-39C2-4EC3-9ADA-0F7C06CD2899}" type="sibTrans" cxnId="{60E5CD2C-82CB-48CA-A9C0-0E763AC6FC89}">
      <dgm:prSet/>
      <dgm:spPr/>
    </dgm:pt>
    <dgm:pt modelId="{741B25B0-91FA-4724-98DA-56578BA808DA}">
      <dgm:prSet phldrT="[Text]" phldr="0"/>
      <dgm:spPr/>
      <dgm:t>
        <a:bodyPr/>
        <a:lstStyle/>
        <a:p>
          <a:pPr algn="l"/>
          <a:r>
            <a:rPr lang="en-US" sz="1600">
              <a:latin typeface="Times New Roman"/>
              <a:cs typeface="Times New Roman"/>
            </a:rPr>
            <a:t>Replaces static knowledge snapshots with a </a:t>
          </a:r>
          <a:r>
            <a:rPr lang="en-US" sz="1600" b="1">
              <a:latin typeface="Times New Roman"/>
              <a:cs typeface="Times New Roman"/>
            </a:rPr>
            <a:t>continuously versioned temporal graph.</a:t>
          </a:r>
        </a:p>
      </dgm:t>
    </dgm:pt>
    <dgm:pt modelId="{DA4B4C0C-81D0-4301-8D3B-F4CFDFCF579D}" type="parTrans" cxnId="{20FC916A-FC31-487D-BD44-E64A5ABCBDAA}">
      <dgm:prSet/>
      <dgm:spPr/>
    </dgm:pt>
    <dgm:pt modelId="{1F3C42AD-3B7F-4112-ACF5-C44398C4EA00}" type="sibTrans" cxnId="{20FC916A-FC31-487D-BD44-E64A5ABCBDAA}">
      <dgm:prSet/>
      <dgm:spPr/>
    </dgm:pt>
    <dgm:pt modelId="{9D3886AD-17B7-417F-8A47-227936CBBA28}">
      <dgm:prSet phldrT="[Text]" phldr="0"/>
      <dgm:spPr/>
      <dgm:t>
        <a:bodyPr/>
        <a:lstStyle/>
        <a:p>
          <a:pPr algn="l" rtl="0"/>
          <a:r>
            <a:rPr lang="en-US" sz="1600">
              <a:latin typeface="Times New Roman"/>
              <a:cs typeface="Times New Roman"/>
            </a:rPr>
            <a:t>Tracks </a:t>
          </a:r>
          <a:r>
            <a:rPr lang="en-US" sz="1600" b="1">
              <a:latin typeface="Times New Roman"/>
              <a:cs typeface="Times New Roman"/>
            </a:rPr>
            <a:t>relationship drift</a:t>
          </a:r>
          <a:r>
            <a:rPr lang="en-US" sz="1600">
              <a:latin typeface="Times New Roman"/>
              <a:cs typeface="Times New Roman"/>
            </a:rPr>
            <a:t> such as pathogens acquiring new hosts or expanding into novel territories to learn</a:t>
          </a:r>
          <a:r>
            <a:rPr lang="en-US" sz="1600" b="1">
              <a:latin typeface="Times New Roman"/>
              <a:cs typeface="Times New Roman"/>
            </a:rPr>
            <a:t> transmission decay, recurrence, and evolutionary pathways.</a:t>
          </a:r>
        </a:p>
      </dgm:t>
    </dgm:pt>
    <dgm:pt modelId="{9ADC0FD4-E3F3-4923-8FC2-53569EF02F63}" type="parTrans" cxnId="{64DC00FD-7D6F-450A-BEAB-4DAC619F0B45}">
      <dgm:prSet/>
      <dgm:spPr/>
    </dgm:pt>
    <dgm:pt modelId="{8C66CCC0-48DA-4A0A-9A2E-99150C2AE8C7}" type="sibTrans" cxnId="{64DC00FD-7D6F-450A-BEAB-4DAC619F0B45}">
      <dgm:prSet/>
      <dgm:spPr/>
    </dgm:pt>
    <dgm:pt modelId="{C7E01B28-DE99-4A13-9F46-4C531D5D88FC}">
      <dgm:prSet phldrT="[Text]" phldr="0" custT="1"/>
      <dgm:spPr/>
      <dgm:t>
        <a:bodyPr/>
        <a:lstStyle/>
        <a:p>
          <a:pPr algn="l"/>
          <a:r>
            <a:rPr lang="en-US" sz="1800" b="1">
              <a:solidFill>
                <a:schemeClr val="tx1"/>
              </a:solidFill>
              <a:latin typeface="Times New Roman"/>
              <a:cs typeface="Times New Roman"/>
            </a:rPr>
            <a:t>Cross-Silo Weak Signal Synthesis</a:t>
          </a:r>
          <a:endParaRPr lang="en-US" sz="180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82E5ACB0-50DA-488D-9708-38E344CD72B3}" type="parTrans" cxnId="{B2960677-D915-450C-BEBB-96020E49D23F}">
      <dgm:prSet/>
      <dgm:spPr/>
    </dgm:pt>
    <dgm:pt modelId="{7A5FBDF3-8974-4658-9A54-319533C88A08}" type="sibTrans" cxnId="{B2960677-D915-450C-BEBB-96020E49D23F}">
      <dgm:prSet/>
      <dgm:spPr/>
    </dgm:pt>
    <dgm:pt modelId="{B5CAC0E1-70A6-4BED-9B37-42F737C46E57}">
      <dgm:prSet phldrT="[Text]" phldr="0"/>
      <dgm:spPr/>
      <dgm:t>
        <a:bodyPr/>
        <a:lstStyle/>
        <a:p>
          <a:pPr algn="l"/>
          <a:r>
            <a:rPr lang="en-US" sz="1600">
              <a:latin typeface="Times New Roman"/>
              <a:cs typeface="Times New Roman"/>
            </a:rPr>
            <a:t>Connects </a:t>
          </a:r>
          <a:r>
            <a:rPr lang="en-US" sz="1600" b="1">
              <a:latin typeface="Times New Roman"/>
              <a:cs typeface="Times New Roman"/>
            </a:rPr>
            <a:t>fragmented, non-obvious multi-hop indicators </a:t>
          </a:r>
          <a:r>
            <a:rPr lang="en-US" sz="1600">
              <a:latin typeface="Times New Roman"/>
              <a:cs typeface="Times New Roman"/>
            </a:rPr>
            <a:t>scattered across unstructured literature.</a:t>
          </a:r>
        </a:p>
      </dgm:t>
    </dgm:pt>
    <dgm:pt modelId="{86D588D8-EECC-49DF-872E-37F7D2ED1E58}" type="parTrans" cxnId="{63748315-92A5-4FF7-95E3-2B36472A8321}">
      <dgm:prSet/>
      <dgm:spPr/>
    </dgm:pt>
    <dgm:pt modelId="{D2A7F4B1-6414-4520-848A-07BF05796D9E}" type="sibTrans" cxnId="{63748315-92A5-4FF7-95E3-2B36472A8321}">
      <dgm:prSet/>
      <dgm:spPr/>
    </dgm:pt>
    <dgm:pt modelId="{641724B5-59E2-421B-AF77-8F27C13EA544}">
      <dgm:prSet phldrT="[Text]" phldr="0"/>
      <dgm:spPr/>
      <dgm:t>
        <a:bodyPr/>
        <a:lstStyle/>
        <a:p>
          <a:pPr algn="l" rtl="0"/>
          <a:r>
            <a:rPr lang="en-US" sz="1600" b="1">
              <a:latin typeface="Times New Roman"/>
              <a:cs typeface="Times New Roman"/>
            </a:rPr>
            <a:t>Uncovers complex causal chains </a:t>
          </a:r>
          <a:r>
            <a:rPr lang="en-US" sz="1600">
              <a:latin typeface="Times New Roman"/>
              <a:cs typeface="Times New Roman"/>
            </a:rPr>
            <a:t>such as regional deforestation leading to bat migration, which results in livestock exposure and ultimately triggers human case clusters that manual surveillance cannot link in time.</a:t>
          </a:r>
        </a:p>
      </dgm:t>
    </dgm:pt>
    <dgm:pt modelId="{C0E8FA60-5B8A-4A50-A2AC-87063E133834}" type="parTrans" cxnId="{BF95EADB-B576-43E1-A5F1-C361A37D7346}">
      <dgm:prSet/>
      <dgm:spPr/>
    </dgm:pt>
    <dgm:pt modelId="{FC6DFEB3-BE51-4F85-BCB0-895CD35826DF}" type="sibTrans" cxnId="{BF95EADB-B576-43E1-A5F1-C361A37D7346}">
      <dgm:prSet/>
      <dgm:spPr/>
    </dgm:pt>
    <dgm:pt modelId="{20B89C1C-6F4F-478C-A818-A0F564BF0B2D}">
      <dgm:prSet phldrT="[Text]" phldr="0" custT="1"/>
      <dgm:spPr/>
      <dgm:t>
        <a:bodyPr/>
        <a:lstStyle/>
        <a:p>
          <a:pPr algn="l"/>
          <a:r>
            <a:rPr lang="en-US" sz="1800" b="1">
              <a:solidFill>
                <a:schemeClr val="tx1"/>
              </a:solidFill>
              <a:latin typeface="Times New Roman"/>
              <a:cs typeface="Times New Roman"/>
            </a:rPr>
            <a:t>Proactive Emerging-Signal Detection</a:t>
          </a:r>
          <a:endParaRPr lang="en-US" sz="180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131896D1-5790-4809-A3F0-F1D9D42BE297}" type="parTrans" cxnId="{086D4FDD-F21A-488C-B8F2-0C03F9BCB76A}">
      <dgm:prSet/>
      <dgm:spPr/>
    </dgm:pt>
    <dgm:pt modelId="{01F205A0-8EA6-46D3-A40B-D50E130CE4C6}" type="sibTrans" cxnId="{086D4FDD-F21A-488C-B8F2-0C03F9BCB76A}">
      <dgm:prSet/>
      <dgm:spPr/>
    </dgm:pt>
    <dgm:pt modelId="{BEB9F673-4CBE-4B50-8220-1E103413D723}">
      <dgm:prSet phldrT="[Text]" phldr="0"/>
      <dgm:spPr/>
      <dgm:t>
        <a:bodyPr/>
        <a:lstStyle/>
        <a:p>
          <a:pPr algn="l"/>
          <a:r>
            <a:rPr lang="en-US" sz="1600">
              <a:latin typeface="Times New Roman"/>
              <a:cs typeface="Times New Roman"/>
            </a:rPr>
            <a:t>Goes beyond </a:t>
          </a:r>
          <a:r>
            <a:rPr lang="en-US" sz="1600" b="1">
              <a:latin typeface="Times New Roman"/>
              <a:cs typeface="Times New Roman"/>
            </a:rPr>
            <a:t>passive querying</a:t>
          </a:r>
          <a:r>
            <a:rPr lang="en-US" sz="1600">
              <a:latin typeface="Times New Roman"/>
              <a:cs typeface="Times New Roman"/>
            </a:rPr>
            <a:t> to actively detect </a:t>
          </a:r>
          <a:r>
            <a:rPr lang="en-US" sz="1600" b="1">
              <a:latin typeface="Times New Roman"/>
              <a:cs typeface="Times New Roman"/>
            </a:rPr>
            <a:t>critical relationship shifts</a:t>
          </a:r>
          <a:r>
            <a:rPr lang="en-US" sz="1600">
              <a:latin typeface="Times New Roman"/>
              <a:cs typeface="Times New Roman"/>
            </a:rPr>
            <a:t> that warrant immediate public-health attention.</a:t>
          </a:r>
        </a:p>
      </dgm:t>
    </dgm:pt>
    <dgm:pt modelId="{DAEFBBFB-A677-4978-B8D2-EE276EBCD2B9}" type="parTrans" cxnId="{03BBCBD1-632E-43C2-8461-E074D1D95C0E}">
      <dgm:prSet/>
      <dgm:spPr/>
    </dgm:pt>
    <dgm:pt modelId="{8C1835DF-4178-4E1F-AF8A-EE020FD408BE}" type="sibTrans" cxnId="{03BBCBD1-632E-43C2-8461-E074D1D95C0E}">
      <dgm:prSet/>
      <dgm:spPr/>
    </dgm:pt>
    <dgm:pt modelId="{EEAFC422-8DFB-4169-A349-9BC0C62CBC0F}">
      <dgm:prSet phldrT="[Text]" phldr="0"/>
      <dgm:spPr/>
      <dgm:t>
        <a:bodyPr/>
        <a:lstStyle/>
        <a:p>
          <a:pPr algn="l"/>
          <a:r>
            <a:rPr lang="en-US" sz="1600" b="1">
              <a:latin typeface="Times New Roman"/>
              <a:cs typeface="Times New Roman"/>
            </a:rPr>
            <a:t>Combines automated information extraction, structured knowledge representation, and temporal graph analysis </a:t>
          </a:r>
          <a:r>
            <a:rPr lang="en-US" sz="1600">
              <a:latin typeface="Times New Roman"/>
              <a:cs typeface="Times New Roman"/>
            </a:rPr>
            <a:t>to generate early surveillance signals.</a:t>
          </a:r>
        </a:p>
      </dgm:t>
    </dgm:pt>
    <dgm:pt modelId="{21C5B439-9E2E-4F4E-8B32-91FA98C78D18}" type="parTrans" cxnId="{909A3ECF-2729-4141-9EB3-32C10F7E2410}">
      <dgm:prSet/>
      <dgm:spPr/>
    </dgm:pt>
    <dgm:pt modelId="{C9F64618-0F25-489F-9658-2AE277F24330}" type="sibTrans" cxnId="{909A3ECF-2729-4141-9EB3-32C10F7E2410}">
      <dgm:prSet/>
      <dgm:spPr/>
    </dgm:pt>
    <dgm:pt modelId="{85BA28A6-3AE5-4497-8D83-CDB0E1CA2B2E}">
      <dgm:prSet phldrT="[Text]" phldr="0"/>
      <dgm:spPr/>
      <dgm:t>
        <a:bodyPr/>
        <a:lstStyle/>
        <a:p>
          <a:pPr algn="l"/>
          <a:endParaRPr lang="en-US" sz="1600" b="1">
            <a:latin typeface="Times New Roman"/>
            <a:cs typeface="Times New Roman"/>
          </a:endParaRPr>
        </a:p>
      </dgm:t>
    </dgm:pt>
    <dgm:pt modelId="{037F7829-4D96-4474-9F6F-C7DA009095BC}" type="parTrans" cxnId="{D02EA063-5CBE-4AAE-811B-D13219C0746D}">
      <dgm:prSet/>
      <dgm:spPr/>
    </dgm:pt>
    <dgm:pt modelId="{5A0C5A6E-D54D-4A48-B8AE-C6F8BE996A5E}" type="sibTrans" cxnId="{D02EA063-5CBE-4AAE-811B-D13219C0746D}">
      <dgm:prSet/>
      <dgm:spPr/>
    </dgm:pt>
    <dgm:pt modelId="{9D9D2F5A-7B9B-46FB-B211-3AFE0E809C2C}">
      <dgm:prSet phldrT="[Text]" phldr="0"/>
      <dgm:spPr/>
      <dgm:t>
        <a:bodyPr/>
        <a:lstStyle/>
        <a:p>
          <a:pPr algn="l"/>
          <a:endParaRPr lang="en-US" sz="1600" b="1">
            <a:latin typeface="Times New Roman"/>
            <a:cs typeface="Times New Roman"/>
          </a:endParaRPr>
        </a:p>
      </dgm:t>
    </dgm:pt>
    <dgm:pt modelId="{2A3FEE94-07D0-41F9-A911-1DA481412827}" type="parTrans" cxnId="{66CDD6AC-FDE9-4481-B16B-BE0EF36F8AE4}">
      <dgm:prSet/>
      <dgm:spPr/>
    </dgm:pt>
    <dgm:pt modelId="{893102F5-78C0-421F-8FA4-EF6D42517D37}" type="sibTrans" cxnId="{66CDD6AC-FDE9-4481-B16B-BE0EF36F8AE4}">
      <dgm:prSet/>
      <dgm:spPr/>
    </dgm:pt>
    <dgm:pt modelId="{953D31AD-CC72-4279-B9AA-81C5AFD45219}">
      <dgm:prSet phldrT="[Text]" phldr="0"/>
      <dgm:spPr/>
      <dgm:t>
        <a:bodyPr/>
        <a:lstStyle/>
        <a:p>
          <a:pPr algn="l"/>
          <a:endParaRPr lang="en-US" sz="1600" b="0">
            <a:latin typeface="Times New Roman"/>
            <a:cs typeface="Times New Roman"/>
          </a:endParaRPr>
        </a:p>
      </dgm:t>
    </dgm:pt>
    <dgm:pt modelId="{FD478610-DE5C-4540-996C-FC1B74BBA351}" type="parTrans" cxnId="{20BF277E-AF17-4FAD-B817-887EAE737376}">
      <dgm:prSet/>
      <dgm:spPr/>
    </dgm:pt>
    <dgm:pt modelId="{76DDA853-1972-42C6-9926-C8607FFA4D1F}" type="sibTrans" cxnId="{20BF277E-AF17-4FAD-B817-887EAE737376}">
      <dgm:prSet/>
      <dgm:spPr/>
    </dgm:pt>
    <dgm:pt modelId="{DE2EBD08-348F-48D1-9DBC-101DC77B6C56}">
      <dgm:prSet phldrT="[Text]" phldr="0"/>
      <dgm:spPr/>
      <dgm:t>
        <a:bodyPr/>
        <a:lstStyle/>
        <a:p>
          <a:pPr algn="l"/>
          <a:endParaRPr lang="en-US" sz="1600" b="0">
            <a:latin typeface="Times New Roman"/>
            <a:cs typeface="Times New Roman"/>
          </a:endParaRPr>
        </a:p>
      </dgm:t>
    </dgm:pt>
    <dgm:pt modelId="{43B5B7BA-86B1-4CAA-AFD6-3A4ACFB642A7}" type="parTrans" cxnId="{9FD7E3AE-40F6-42CF-B20B-2209A8DC8D73}">
      <dgm:prSet/>
      <dgm:spPr/>
    </dgm:pt>
    <dgm:pt modelId="{743502A6-F5E6-4353-9305-B4609AD88195}" type="sibTrans" cxnId="{9FD7E3AE-40F6-42CF-B20B-2209A8DC8D73}">
      <dgm:prSet/>
      <dgm:spPr/>
    </dgm:pt>
    <dgm:pt modelId="{D4AEA0B5-985A-4010-9D0C-3E109F1F71EC}" type="pres">
      <dgm:prSet presAssocID="{090E108F-B46D-4337-94FD-060F436C4A76}" presName="Name0" presStyleCnt="0">
        <dgm:presLayoutVars>
          <dgm:dir/>
          <dgm:animLvl val="lvl"/>
          <dgm:resizeHandles val="exact"/>
        </dgm:presLayoutVars>
      </dgm:prSet>
      <dgm:spPr/>
    </dgm:pt>
    <dgm:pt modelId="{BA8F682D-2A1E-435A-A38C-D6641273D83A}" type="pres">
      <dgm:prSet presAssocID="{A9DA2D4E-7FF8-44CC-8477-5BC1D54C6945}" presName="composite" presStyleCnt="0"/>
      <dgm:spPr/>
    </dgm:pt>
    <dgm:pt modelId="{37B51471-1ACB-4DF5-84CE-A98C6A9A3E60}" type="pres">
      <dgm:prSet presAssocID="{A9DA2D4E-7FF8-44CC-8477-5BC1D54C6945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6E2E04E6-DC56-4892-8152-28451293A479}" type="pres">
      <dgm:prSet presAssocID="{A9DA2D4E-7FF8-44CC-8477-5BC1D54C6945}" presName="desTx" presStyleLbl="alignAccFollowNode1" presStyleIdx="0" presStyleCnt="4">
        <dgm:presLayoutVars>
          <dgm:bulletEnabled val="1"/>
        </dgm:presLayoutVars>
      </dgm:prSet>
      <dgm:spPr/>
    </dgm:pt>
    <dgm:pt modelId="{7C28F8B4-95C1-45BF-9BFA-87BD7AF2559A}" type="pres">
      <dgm:prSet presAssocID="{1DAB0052-C1F8-4E21-A924-4E976C629474}" presName="space" presStyleCnt="0"/>
      <dgm:spPr/>
    </dgm:pt>
    <dgm:pt modelId="{B43B69FE-715E-4DCE-A139-375E98034E50}" type="pres">
      <dgm:prSet presAssocID="{23E771C6-6325-4ED3-97E6-02122DDCFC7F}" presName="composite" presStyleCnt="0"/>
      <dgm:spPr/>
    </dgm:pt>
    <dgm:pt modelId="{90BDAFEE-6E50-4D11-A619-B01E21D9BFD3}" type="pres">
      <dgm:prSet presAssocID="{23E771C6-6325-4ED3-97E6-02122DDCFC7F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CC5E5D4F-0806-4A62-9DEF-63E7D1BF9D2E}" type="pres">
      <dgm:prSet presAssocID="{23E771C6-6325-4ED3-97E6-02122DDCFC7F}" presName="desTx" presStyleLbl="alignAccFollowNode1" presStyleIdx="1" presStyleCnt="4">
        <dgm:presLayoutVars>
          <dgm:bulletEnabled val="1"/>
        </dgm:presLayoutVars>
      </dgm:prSet>
      <dgm:spPr/>
    </dgm:pt>
    <dgm:pt modelId="{5C903C4A-2E23-40C2-ADD0-699D308B2AF7}" type="pres">
      <dgm:prSet presAssocID="{03E278AA-39C2-4EC3-9ADA-0F7C06CD2899}" presName="space" presStyleCnt="0"/>
      <dgm:spPr/>
    </dgm:pt>
    <dgm:pt modelId="{F4DBEE9F-D85E-4884-8D32-9C4C7887AAF3}" type="pres">
      <dgm:prSet presAssocID="{C7E01B28-DE99-4A13-9F46-4C531D5D88FC}" presName="composite" presStyleCnt="0"/>
      <dgm:spPr/>
    </dgm:pt>
    <dgm:pt modelId="{7E79FE9C-7328-4A04-8A2C-81E75CDF9AE3}" type="pres">
      <dgm:prSet presAssocID="{C7E01B28-DE99-4A13-9F46-4C531D5D88FC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FE5C19D1-C098-48C0-AE47-99B32EAF5869}" type="pres">
      <dgm:prSet presAssocID="{C7E01B28-DE99-4A13-9F46-4C531D5D88FC}" presName="desTx" presStyleLbl="alignAccFollowNode1" presStyleIdx="2" presStyleCnt="4">
        <dgm:presLayoutVars>
          <dgm:bulletEnabled val="1"/>
        </dgm:presLayoutVars>
      </dgm:prSet>
      <dgm:spPr/>
    </dgm:pt>
    <dgm:pt modelId="{3DBDE284-580C-4259-B670-954E9DDAE88A}" type="pres">
      <dgm:prSet presAssocID="{7A5FBDF3-8974-4658-9A54-319533C88A08}" presName="space" presStyleCnt="0"/>
      <dgm:spPr/>
    </dgm:pt>
    <dgm:pt modelId="{1C5D1534-AB5A-4E4D-9BEA-397EFDAA2DA4}" type="pres">
      <dgm:prSet presAssocID="{20B89C1C-6F4F-478C-A818-A0F564BF0B2D}" presName="composite" presStyleCnt="0"/>
      <dgm:spPr/>
    </dgm:pt>
    <dgm:pt modelId="{518F4397-F2A1-424B-8226-011DA74DA824}" type="pres">
      <dgm:prSet presAssocID="{20B89C1C-6F4F-478C-A818-A0F564BF0B2D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0534B315-5945-4343-A855-55461338E179}" type="pres">
      <dgm:prSet presAssocID="{20B89C1C-6F4F-478C-A818-A0F564BF0B2D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75960800-92D1-466D-A96C-795FEEC407C5}" type="presOf" srcId="{641724B5-59E2-421B-AF77-8F27C13EA544}" destId="{FE5C19D1-C098-48C0-AE47-99B32EAF5869}" srcOrd="0" destOrd="2" presId="urn:microsoft.com/office/officeart/2005/8/layout/hList1"/>
    <dgm:cxn modelId="{212BF700-9BD5-43EE-8244-4BDFA68818CB}" type="presOf" srcId="{23E771C6-6325-4ED3-97E6-02122DDCFC7F}" destId="{90BDAFEE-6E50-4D11-A619-B01E21D9BFD3}" srcOrd="0" destOrd="0" presId="urn:microsoft.com/office/officeart/2005/8/layout/hList1"/>
    <dgm:cxn modelId="{D9EC520B-7F21-4593-A9ED-EF9B97C0B74B}" type="presOf" srcId="{20B89C1C-6F4F-478C-A818-A0F564BF0B2D}" destId="{518F4397-F2A1-424B-8226-011DA74DA824}" srcOrd="0" destOrd="0" presId="urn:microsoft.com/office/officeart/2005/8/layout/hList1"/>
    <dgm:cxn modelId="{4C98270D-7BFC-4563-B6B2-FA1F23F5CAE7}" type="presOf" srcId="{741B25B0-91FA-4724-98DA-56578BA808DA}" destId="{CC5E5D4F-0806-4A62-9DEF-63E7D1BF9D2E}" srcOrd="0" destOrd="0" presId="urn:microsoft.com/office/officeart/2005/8/layout/hList1"/>
    <dgm:cxn modelId="{7A287412-F891-4B8D-803C-8EAB273B60D6}" type="presOf" srcId="{953D31AD-CC72-4279-B9AA-81C5AFD45219}" destId="{FE5C19D1-C098-48C0-AE47-99B32EAF5869}" srcOrd="0" destOrd="1" presId="urn:microsoft.com/office/officeart/2005/8/layout/hList1"/>
    <dgm:cxn modelId="{63748315-92A5-4FF7-95E3-2B36472A8321}" srcId="{C7E01B28-DE99-4A13-9F46-4C531D5D88FC}" destId="{B5CAC0E1-70A6-4BED-9B37-42F737C46E57}" srcOrd="0" destOrd="0" parTransId="{86D588D8-EECC-49DF-872E-37F7D2ED1E58}" sibTransId="{D2A7F4B1-6414-4520-848A-07BF05796D9E}"/>
    <dgm:cxn modelId="{30F0132C-D0B8-4B05-A166-541C99BF9718}" type="presOf" srcId="{BEB9F673-4CBE-4B50-8220-1E103413D723}" destId="{0534B315-5945-4343-A855-55461338E179}" srcOrd="0" destOrd="0" presId="urn:microsoft.com/office/officeart/2005/8/layout/hList1"/>
    <dgm:cxn modelId="{60E5CD2C-82CB-48CA-A9C0-0E763AC6FC89}" srcId="{090E108F-B46D-4337-94FD-060F436C4A76}" destId="{23E771C6-6325-4ED3-97E6-02122DDCFC7F}" srcOrd="1" destOrd="0" parTransId="{5C9FBA31-A4D3-47C7-B6F7-39C8DF93E221}" sibTransId="{03E278AA-39C2-4EC3-9ADA-0F7C06CD2899}"/>
    <dgm:cxn modelId="{F3ECEB34-25E4-483E-B1B6-846356294B25}" type="presOf" srcId="{85BA28A6-3AE5-4497-8D83-CDB0E1CA2B2E}" destId="{6E2E04E6-DC56-4892-8152-28451293A479}" srcOrd="0" destOrd="1" presId="urn:microsoft.com/office/officeart/2005/8/layout/hList1"/>
    <dgm:cxn modelId="{F702583C-4F95-41AF-8A25-20493F2B7AA5}" type="presOf" srcId="{C7E01B28-DE99-4A13-9F46-4C531D5D88FC}" destId="{7E79FE9C-7328-4A04-8A2C-81E75CDF9AE3}" srcOrd="0" destOrd="0" presId="urn:microsoft.com/office/officeart/2005/8/layout/hList1"/>
    <dgm:cxn modelId="{7D23F53D-987B-46DC-9BD1-4054E82BA6F1}" type="presOf" srcId="{DE2EBD08-348F-48D1-9DBC-101DC77B6C56}" destId="{0534B315-5945-4343-A855-55461338E179}" srcOrd="0" destOrd="1" presId="urn:microsoft.com/office/officeart/2005/8/layout/hList1"/>
    <dgm:cxn modelId="{A259095B-5D36-4256-8D39-C1474070E6D5}" type="presOf" srcId="{9D9D2F5A-7B9B-46FB-B211-3AFE0E809C2C}" destId="{CC5E5D4F-0806-4A62-9DEF-63E7D1BF9D2E}" srcOrd="0" destOrd="1" presId="urn:microsoft.com/office/officeart/2005/8/layout/hList1"/>
    <dgm:cxn modelId="{D02EA063-5CBE-4AAE-811B-D13219C0746D}" srcId="{A9DA2D4E-7FF8-44CC-8477-5BC1D54C6945}" destId="{85BA28A6-3AE5-4497-8D83-CDB0E1CA2B2E}" srcOrd="1" destOrd="0" parTransId="{037F7829-4D96-4474-9F6F-C7DA009095BC}" sibTransId="{5A0C5A6E-D54D-4A48-B8AE-C6F8BE996A5E}"/>
    <dgm:cxn modelId="{20FC916A-FC31-487D-BD44-E64A5ABCBDAA}" srcId="{23E771C6-6325-4ED3-97E6-02122DDCFC7F}" destId="{741B25B0-91FA-4724-98DA-56578BA808DA}" srcOrd="0" destOrd="0" parTransId="{DA4B4C0C-81D0-4301-8D3B-F4CFDFCF579D}" sibTransId="{1F3C42AD-3B7F-4112-ACF5-C44398C4EA00}"/>
    <dgm:cxn modelId="{D1E4BC4D-150D-4AD8-AC65-268B924847CF}" type="presOf" srcId="{B5CAC0E1-70A6-4BED-9B37-42F737C46E57}" destId="{FE5C19D1-C098-48C0-AE47-99B32EAF5869}" srcOrd="0" destOrd="0" presId="urn:microsoft.com/office/officeart/2005/8/layout/hList1"/>
    <dgm:cxn modelId="{D658F556-7A6A-4AB4-A3EB-5F313C3229D0}" type="presOf" srcId="{A9DA2D4E-7FF8-44CC-8477-5BC1D54C6945}" destId="{37B51471-1ACB-4DF5-84CE-A98C6A9A3E60}" srcOrd="0" destOrd="0" presId="urn:microsoft.com/office/officeart/2005/8/layout/hList1"/>
    <dgm:cxn modelId="{B2960677-D915-450C-BEBB-96020E49D23F}" srcId="{090E108F-B46D-4337-94FD-060F436C4A76}" destId="{C7E01B28-DE99-4A13-9F46-4C531D5D88FC}" srcOrd="2" destOrd="0" parTransId="{82E5ACB0-50DA-488D-9708-38E344CD72B3}" sibTransId="{7A5FBDF3-8974-4658-9A54-319533C88A08}"/>
    <dgm:cxn modelId="{29744378-C0A8-492E-B9C6-5342EB46B2AA}" srcId="{090E108F-B46D-4337-94FD-060F436C4A76}" destId="{A9DA2D4E-7FF8-44CC-8477-5BC1D54C6945}" srcOrd="0" destOrd="0" parTransId="{77272ADF-C6D7-41B9-BF1C-F6EE7A25B185}" sibTransId="{1DAB0052-C1F8-4E21-A924-4E976C629474}"/>
    <dgm:cxn modelId="{9A8F1C7B-7D13-4F61-8950-B542D0997557}" type="presOf" srcId="{090E108F-B46D-4337-94FD-060F436C4A76}" destId="{D4AEA0B5-985A-4010-9D0C-3E109F1F71EC}" srcOrd="0" destOrd="0" presId="urn:microsoft.com/office/officeart/2005/8/layout/hList1"/>
    <dgm:cxn modelId="{20BF277E-AF17-4FAD-B817-887EAE737376}" srcId="{C7E01B28-DE99-4A13-9F46-4C531D5D88FC}" destId="{953D31AD-CC72-4279-B9AA-81C5AFD45219}" srcOrd="1" destOrd="0" parTransId="{FD478610-DE5C-4540-996C-FC1B74BBA351}" sibTransId="{76DDA853-1972-42C6-9926-C8607FFA4D1F}"/>
    <dgm:cxn modelId="{F5E8B382-4857-431B-BA22-882CF6929CD1}" type="presOf" srcId="{7BE871BD-DF16-4112-85F2-9F40B23BBBAF}" destId="{6E2E04E6-DC56-4892-8152-28451293A479}" srcOrd="0" destOrd="2" presId="urn:microsoft.com/office/officeart/2005/8/layout/hList1"/>
    <dgm:cxn modelId="{1BAFC0A4-68A7-4ECD-A9FC-880F987ED887}" srcId="{A9DA2D4E-7FF8-44CC-8477-5BC1D54C6945}" destId="{7BE871BD-DF16-4112-85F2-9F40B23BBBAF}" srcOrd="2" destOrd="0" parTransId="{E29B657A-8DC9-4E60-8EC2-8F5DB80DB733}" sibTransId="{8C7EC125-9AE9-43BC-A318-3685D7AC98EE}"/>
    <dgm:cxn modelId="{6D095FA9-0D39-4210-8188-B07BD30F05F3}" type="presOf" srcId="{9D3886AD-17B7-417F-8A47-227936CBBA28}" destId="{CC5E5D4F-0806-4A62-9DEF-63E7D1BF9D2E}" srcOrd="0" destOrd="2" presId="urn:microsoft.com/office/officeart/2005/8/layout/hList1"/>
    <dgm:cxn modelId="{66CDD6AC-FDE9-4481-B16B-BE0EF36F8AE4}" srcId="{23E771C6-6325-4ED3-97E6-02122DDCFC7F}" destId="{9D9D2F5A-7B9B-46FB-B211-3AFE0E809C2C}" srcOrd="1" destOrd="0" parTransId="{2A3FEE94-07D0-41F9-A911-1DA481412827}" sibTransId="{893102F5-78C0-421F-8FA4-EF6D42517D37}"/>
    <dgm:cxn modelId="{9FD7E3AE-40F6-42CF-B20B-2209A8DC8D73}" srcId="{20B89C1C-6F4F-478C-A818-A0F564BF0B2D}" destId="{DE2EBD08-348F-48D1-9DBC-101DC77B6C56}" srcOrd="1" destOrd="0" parTransId="{43B5B7BA-86B1-4CAA-AFD6-3A4ACFB642A7}" sibTransId="{743502A6-F5E6-4353-9305-B4609AD88195}"/>
    <dgm:cxn modelId="{6D848BB9-0622-43F4-A4C3-8FAB7726F2D1}" type="presOf" srcId="{EEAFC422-8DFB-4169-A349-9BC0C62CBC0F}" destId="{0534B315-5945-4343-A855-55461338E179}" srcOrd="0" destOrd="2" presId="urn:microsoft.com/office/officeart/2005/8/layout/hList1"/>
    <dgm:cxn modelId="{909A3ECF-2729-4141-9EB3-32C10F7E2410}" srcId="{20B89C1C-6F4F-478C-A818-A0F564BF0B2D}" destId="{EEAFC422-8DFB-4169-A349-9BC0C62CBC0F}" srcOrd="2" destOrd="0" parTransId="{21C5B439-9E2E-4F4E-8B32-91FA98C78D18}" sibTransId="{C9F64618-0F25-489F-9658-2AE277F24330}"/>
    <dgm:cxn modelId="{BBB247D1-10E1-49CA-A452-759D34DCF833}" type="presOf" srcId="{D5722186-011C-4086-8244-759F682127BB}" destId="{6E2E04E6-DC56-4892-8152-28451293A479}" srcOrd="0" destOrd="0" presId="urn:microsoft.com/office/officeart/2005/8/layout/hList1"/>
    <dgm:cxn modelId="{03BBCBD1-632E-43C2-8461-E074D1D95C0E}" srcId="{20B89C1C-6F4F-478C-A818-A0F564BF0B2D}" destId="{BEB9F673-4CBE-4B50-8220-1E103413D723}" srcOrd="0" destOrd="0" parTransId="{DAEFBBFB-A677-4978-B8D2-EE276EBCD2B9}" sibTransId="{8C1835DF-4178-4E1F-AF8A-EE020FD408BE}"/>
    <dgm:cxn modelId="{BF95EADB-B576-43E1-A5F1-C361A37D7346}" srcId="{C7E01B28-DE99-4A13-9F46-4C531D5D88FC}" destId="{641724B5-59E2-421B-AF77-8F27C13EA544}" srcOrd="2" destOrd="0" parTransId="{C0E8FA60-5B8A-4A50-A2AC-87063E133834}" sibTransId="{FC6DFEB3-BE51-4F85-BCB0-895CD35826DF}"/>
    <dgm:cxn modelId="{086D4FDD-F21A-488C-B8F2-0C03F9BCB76A}" srcId="{090E108F-B46D-4337-94FD-060F436C4A76}" destId="{20B89C1C-6F4F-478C-A818-A0F564BF0B2D}" srcOrd="3" destOrd="0" parTransId="{131896D1-5790-4809-A3F0-F1D9D42BE297}" sibTransId="{01F205A0-8EA6-46D3-A40B-D50E130CE4C6}"/>
    <dgm:cxn modelId="{383FFFDF-1B28-4296-BE1D-EE3A6A66FD3B}" srcId="{A9DA2D4E-7FF8-44CC-8477-5BC1D54C6945}" destId="{D5722186-011C-4086-8244-759F682127BB}" srcOrd="0" destOrd="0" parTransId="{A811BAAF-7452-4160-A45D-6728EE0466CC}" sibTransId="{C9C87F90-564E-4F2C-BC06-AC62CC1907E2}"/>
    <dgm:cxn modelId="{64DC00FD-7D6F-450A-BEAB-4DAC619F0B45}" srcId="{23E771C6-6325-4ED3-97E6-02122DDCFC7F}" destId="{9D3886AD-17B7-417F-8A47-227936CBBA28}" srcOrd="2" destOrd="0" parTransId="{9ADC0FD4-E3F3-4923-8FC2-53569EF02F63}" sibTransId="{8C66CCC0-48DA-4A0A-9A2E-99150C2AE8C7}"/>
    <dgm:cxn modelId="{4DF29E86-701C-4CDC-B026-33A59D3DBF3C}" type="presParOf" srcId="{D4AEA0B5-985A-4010-9D0C-3E109F1F71EC}" destId="{BA8F682D-2A1E-435A-A38C-D6641273D83A}" srcOrd="0" destOrd="0" presId="urn:microsoft.com/office/officeart/2005/8/layout/hList1"/>
    <dgm:cxn modelId="{CEFA6E55-63DF-44B6-82C5-7B614613FF44}" type="presParOf" srcId="{BA8F682D-2A1E-435A-A38C-D6641273D83A}" destId="{37B51471-1ACB-4DF5-84CE-A98C6A9A3E60}" srcOrd="0" destOrd="0" presId="urn:microsoft.com/office/officeart/2005/8/layout/hList1"/>
    <dgm:cxn modelId="{3951EBC7-C325-4A77-A0D8-57F85EA2FC0F}" type="presParOf" srcId="{BA8F682D-2A1E-435A-A38C-D6641273D83A}" destId="{6E2E04E6-DC56-4892-8152-28451293A479}" srcOrd="1" destOrd="0" presId="urn:microsoft.com/office/officeart/2005/8/layout/hList1"/>
    <dgm:cxn modelId="{40E4BB9A-1055-43B1-A4D4-761BE52F4D35}" type="presParOf" srcId="{D4AEA0B5-985A-4010-9D0C-3E109F1F71EC}" destId="{7C28F8B4-95C1-45BF-9BFA-87BD7AF2559A}" srcOrd="1" destOrd="0" presId="urn:microsoft.com/office/officeart/2005/8/layout/hList1"/>
    <dgm:cxn modelId="{F0022FC8-8C96-4EF3-AF0D-D73BF6B98AF5}" type="presParOf" srcId="{D4AEA0B5-985A-4010-9D0C-3E109F1F71EC}" destId="{B43B69FE-715E-4DCE-A139-375E98034E50}" srcOrd="2" destOrd="0" presId="urn:microsoft.com/office/officeart/2005/8/layout/hList1"/>
    <dgm:cxn modelId="{816ECCD1-6CFC-48BE-A9E1-C222F238A24B}" type="presParOf" srcId="{B43B69FE-715E-4DCE-A139-375E98034E50}" destId="{90BDAFEE-6E50-4D11-A619-B01E21D9BFD3}" srcOrd="0" destOrd="0" presId="urn:microsoft.com/office/officeart/2005/8/layout/hList1"/>
    <dgm:cxn modelId="{AD53D1BD-619A-4B1F-BB22-9E2287D20949}" type="presParOf" srcId="{B43B69FE-715E-4DCE-A139-375E98034E50}" destId="{CC5E5D4F-0806-4A62-9DEF-63E7D1BF9D2E}" srcOrd="1" destOrd="0" presId="urn:microsoft.com/office/officeart/2005/8/layout/hList1"/>
    <dgm:cxn modelId="{1C7F1231-A8CC-4C7F-A2F4-7ADA826B6949}" type="presParOf" srcId="{D4AEA0B5-985A-4010-9D0C-3E109F1F71EC}" destId="{5C903C4A-2E23-40C2-ADD0-699D308B2AF7}" srcOrd="3" destOrd="0" presId="urn:microsoft.com/office/officeart/2005/8/layout/hList1"/>
    <dgm:cxn modelId="{294E61F8-7044-43DF-AE81-48559AAD5FD6}" type="presParOf" srcId="{D4AEA0B5-985A-4010-9D0C-3E109F1F71EC}" destId="{F4DBEE9F-D85E-4884-8D32-9C4C7887AAF3}" srcOrd="4" destOrd="0" presId="urn:microsoft.com/office/officeart/2005/8/layout/hList1"/>
    <dgm:cxn modelId="{65B42821-AE0F-4B7E-87EE-2B7DB6C94276}" type="presParOf" srcId="{F4DBEE9F-D85E-4884-8D32-9C4C7887AAF3}" destId="{7E79FE9C-7328-4A04-8A2C-81E75CDF9AE3}" srcOrd="0" destOrd="0" presId="urn:microsoft.com/office/officeart/2005/8/layout/hList1"/>
    <dgm:cxn modelId="{880C480A-EA81-4BD3-98B8-7498F70DFD2A}" type="presParOf" srcId="{F4DBEE9F-D85E-4884-8D32-9C4C7887AAF3}" destId="{FE5C19D1-C098-48C0-AE47-99B32EAF5869}" srcOrd="1" destOrd="0" presId="urn:microsoft.com/office/officeart/2005/8/layout/hList1"/>
    <dgm:cxn modelId="{DD45CC16-843E-4268-848D-0048A564A0CC}" type="presParOf" srcId="{D4AEA0B5-985A-4010-9D0C-3E109F1F71EC}" destId="{3DBDE284-580C-4259-B670-954E9DDAE88A}" srcOrd="5" destOrd="0" presId="urn:microsoft.com/office/officeart/2005/8/layout/hList1"/>
    <dgm:cxn modelId="{CC03CF89-04E8-42C0-ACC4-57D985A890A6}" type="presParOf" srcId="{D4AEA0B5-985A-4010-9D0C-3E109F1F71EC}" destId="{1C5D1534-AB5A-4E4D-9BEA-397EFDAA2DA4}" srcOrd="6" destOrd="0" presId="urn:microsoft.com/office/officeart/2005/8/layout/hList1"/>
    <dgm:cxn modelId="{E6F87D86-126E-4E1B-BD8D-DDE8CA479FCF}" type="presParOf" srcId="{1C5D1534-AB5A-4E4D-9BEA-397EFDAA2DA4}" destId="{518F4397-F2A1-424B-8226-011DA74DA824}" srcOrd="0" destOrd="0" presId="urn:microsoft.com/office/officeart/2005/8/layout/hList1"/>
    <dgm:cxn modelId="{AE90DF75-4ADA-4F29-AA37-C88B36D73453}" type="presParOf" srcId="{1C5D1534-AB5A-4E4D-9BEA-397EFDAA2DA4}" destId="{0534B315-5945-4343-A855-55461338E17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1878EA4-16C1-4170-840D-35761A21BACF}" type="doc">
      <dgm:prSet loTypeId="urn:microsoft.com/office/officeart/2005/8/layout/process5" loCatId="process" qsTypeId="urn:microsoft.com/office/officeart/2005/8/quickstyle/simple1" qsCatId="simple" csTypeId="urn:microsoft.com/office/officeart/2005/8/colors/accent6_1" csCatId="accent6" phldr="1"/>
      <dgm:spPr/>
    </dgm:pt>
    <dgm:pt modelId="{F94477C3-5183-4FB9-971C-A917FF6359CE}">
      <dgm:prSet phldrT="[Text]" phldr="0" custT="1"/>
      <dgm:spPr/>
      <dgm:t>
        <a:bodyPr/>
        <a:lstStyle/>
        <a:p>
          <a:pPr algn="l"/>
          <a:r>
            <a:rPr lang="en-US" sz="1800" b="1">
              <a:highlight>
                <a:srgbClr val="FFFF00"/>
              </a:highlight>
              <a:latin typeface="Times New Roman"/>
              <a:cs typeface="Times New Roman"/>
            </a:rPr>
            <a:t>Week 1 — Data Collection</a:t>
          </a:r>
          <a:endParaRPr lang="en-US" sz="1800">
            <a:highlight>
              <a:srgbClr val="FFFF00"/>
            </a:highlight>
            <a:latin typeface="Times New Roman"/>
            <a:cs typeface="Times New Roman"/>
          </a:endParaRPr>
        </a:p>
      </dgm:t>
    </dgm:pt>
    <dgm:pt modelId="{503F23DA-268D-457E-A40F-F00E1DAFCD5D}" type="parTrans" cxnId="{99737BD5-8E0D-4D38-B97B-6169D38E98CD}">
      <dgm:prSet/>
      <dgm:spPr/>
    </dgm:pt>
    <dgm:pt modelId="{591EB2E6-BA32-4E1D-9F6F-4788CE36DD22}" type="sibTrans" cxnId="{99737BD5-8E0D-4D38-B97B-6169D38E98CD}">
      <dgm:prSet/>
      <dgm:spPr/>
      <dgm:t>
        <a:bodyPr/>
        <a:lstStyle/>
        <a:p>
          <a:endParaRPr lang="en-US"/>
        </a:p>
      </dgm:t>
    </dgm:pt>
    <dgm:pt modelId="{94507E8F-268A-4932-AAA8-22DB006E17A3}">
      <dgm:prSet phldrT="[Text]" phldr="0" custT="1"/>
      <dgm:spPr/>
      <dgm:t>
        <a:bodyPr/>
        <a:lstStyle/>
        <a:p>
          <a:pPr algn="l"/>
          <a:r>
            <a:rPr lang="en-US" sz="1800">
              <a:latin typeface="Times New Roman"/>
              <a:cs typeface="Times New Roman"/>
            </a:rPr>
            <a:t>Multi-domain data gathering</a:t>
          </a:r>
        </a:p>
      </dgm:t>
    </dgm:pt>
    <dgm:pt modelId="{F8635379-866F-4B6D-81FC-35D0E991AAB9}" type="parTrans" cxnId="{10007C71-2CF7-426B-891A-DDFE76CC7311}">
      <dgm:prSet/>
      <dgm:spPr/>
    </dgm:pt>
    <dgm:pt modelId="{5F531694-8612-4108-BB87-EF085FAFBADF}" type="sibTrans" cxnId="{10007C71-2CF7-426B-891A-DDFE76CC7311}">
      <dgm:prSet/>
      <dgm:spPr/>
      <dgm:t>
        <a:bodyPr/>
        <a:lstStyle/>
        <a:p>
          <a:endParaRPr lang="en-US"/>
        </a:p>
      </dgm:t>
    </dgm:pt>
    <dgm:pt modelId="{80AEA14A-7F17-480C-A1BD-4E5A4BC8573D}">
      <dgm:prSet phldrT="[Text]" phldr="0"/>
      <dgm:spPr/>
      <dgm:t>
        <a:bodyPr/>
        <a:lstStyle/>
        <a:p>
          <a:pPr algn="l"/>
          <a:r>
            <a:rPr lang="en-US" sz="1800">
              <a:latin typeface="Times New Roman"/>
              <a:cs typeface="Times New Roman"/>
            </a:rPr>
            <a:t>Human, animal &amp; environmental sources</a:t>
          </a:r>
        </a:p>
      </dgm:t>
    </dgm:pt>
    <dgm:pt modelId="{BDADFF47-1624-4C5C-AEA6-E91EFAF3759C}" type="parTrans" cxnId="{B6BD0C35-0E83-4577-B9D7-341F730C1F0A}">
      <dgm:prSet/>
      <dgm:spPr/>
    </dgm:pt>
    <dgm:pt modelId="{BAD0949D-2A56-4BA0-84DB-32FE525B2391}" type="sibTrans" cxnId="{B6BD0C35-0E83-4577-B9D7-341F730C1F0A}">
      <dgm:prSet/>
      <dgm:spPr/>
      <dgm:t>
        <a:bodyPr/>
        <a:lstStyle/>
        <a:p>
          <a:endParaRPr lang="en-US"/>
        </a:p>
      </dgm:t>
    </dgm:pt>
    <dgm:pt modelId="{D8844067-564D-4C91-AB7A-39644E71B2C2}">
      <dgm:prSet phldrT="[Text]" phldr="0"/>
      <dgm:spPr/>
      <dgm:t>
        <a:bodyPr/>
        <a:lstStyle/>
        <a:p>
          <a:pPr algn="l"/>
          <a:r>
            <a:rPr lang="en-US" sz="1800" b="1">
              <a:highlight>
                <a:srgbClr val="FFFF00"/>
              </a:highlight>
              <a:latin typeface="Times New Roman"/>
              <a:cs typeface="Times New Roman"/>
            </a:rPr>
            <a:t>Week 1 — Data Preprocessing</a:t>
          </a:r>
          <a:endParaRPr lang="en-US" sz="1800">
            <a:highlight>
              <a:srgbClr val="FFFF00"/>
            </a:highlight>
            <a:latin typeface="Times New Roman"/>
            <a:cs typeface="Times New Roman"/>
          </a:endParaRPr>
        </a:p>
      </dgm:t>
    </dgm:pt>
    <dgm:pt modelId="{86E3BE09-AADD-4421-9BE3-481C14D3EBE3}" type="parTrans" cxnId="{60D592D7-8FF6-4323-AD0A-F49ADE3C50FB}">
      <dgm:prSet/>
      <dgm:spPr/>
    </dgm:pt>
    <dgm:pt modelId="{500E820C-82BE-47F7-BA9C-2EA6C453EB6C}" type="sibTrans" cxnId="{60D592D7-8FF6-4323-AD0A-F49ADE3C50FB}">
      <dgm:prSet/>
      <dgm:spPr/>
      <dgm:t>
        <a:bodyPr/>
        <a:lstStyle/>
        <a:p>
          <a:endParaRPr lang="en-US"/>
        </a:p>
      </dgm:t>
    </dgm:pt>
    <dgm:pt modelId="{8AB3CA90-1EBA-42E0-BF30-49F30493C4A1}">
      <dgm:prSet phldrT="[Text]" phldr="0"/>
      <dgm:spPr/>
      <dgm:t>
        <a:bodyPr/>
        <a:lstStyle/>
        <a:p>
          <a:pPr algn="l"/>
          <a:r>
            <a:rPr lang="en-US" sz="1800">
              <a:latin typeface="Times New Roman"/>
              <a:cs typeface="Times New Roman"/>
            </a:rPr>
            <a:t>Cleaning &amp; normalization</a:t>
          </a:r>
        </a:p>
      </dgm:t>
    </dgm:pt>
    <dgm:pt modelId="{9EA00C5A-70D7-43AB-BB5B-0B585F09F849}" type="parTrans" cxnId="{137AA253-000A-415F-8E4B-E0F248474833}">
      <dgm:prSet/>
      <dgm:spPr/>
    </dgm:pt>
    <dgm:pt modelId="{F76D7DCA-0018-4799-B194-46C4C24B4897}" type="sibTrans" cxnId="{137AA253-000A-415F-8E4B-E0F248474833}">
      <dgm:prSet/>
      <dgm:spPr/>
      <dgm:t>
        <a:bodyPr/>
        <a:lstStyle/>
        <a:p>
          <a:endParaRPr lang="en-US"/>
        </a:p>
      </dgm:t>
    </dgm:pt>
    <dgm:pt modelId="{0B972EFC-CEB4-4514-BA50-0776BAA186DE}">
      <dgm:prSet phldrT="[Text]" phldr="0"/>
      <dgm:spPr/>
      <dgm:t>
        <a:bodyPr/>
        <a:lstStyle/>
        <a:p>
          <a:pPr algn="l"/>
          <a:r>
            <a:rPr lang="en-US" sz="1800">
              <a:latin typeface="Times New Roman"/>
              <a:cs typeface="Times New Roman"/>
            </a:rPr>
            <a:t>Data structuring</a:t>
          </a:r>
        </a:p>
      </dgm:t>
    </dgm:pt>
    <dgm:pt modelId="{DA4D1B39-6FBD-4138-98F4-4D65B97DFE32}" type="parTrans" cxnId="{39EE4675-ECA5-4C7C-959A-5C90D2E8DBEF}">
      <dgm:prSet/>
      <dgm:spPr/>
    </dgm:pt>
    <dgm:pt modelId="{CC25F29F-8AAD-4CC4-8E3C-64467B167F7F}" type="sibTrans" cxnId="{39EE4675-ECA5-4C7C-959A-5C90D2E8DBEF}">
      <dgm:prSet/>
      <dgm:spPr/>
      <dgm:t>
        <a:bodyPr/>
        <a:lstStyle/>
        <a:p>
          <a:endParaRPr lang="en-US"/>
        </a:p>
      </dgm:t>
    </dgm:pt>
    <dgm:pt modelId="{74045843-52A4-4E69-AB77-D74F22A62368}">
      <dgm:prSet phldrT="[Text]" phldr="0"/>
      <dgm:spPr/>
      <dgm:t>
        <a:bodyPr/>
        <a:lstStyle/>
        <a:p>
          <a:pPr algn="l"/>
          <a:r>
            <a:rPr lang="en-US" sz="1800" b="1">
              <a:highlight>
                <a:srgbClr val="FFFF00"/>
              </a:highlight>
              <a:latin typeface="Times New Roman"/>
              <a:cs typeface="Times New Roman"/>
            </a:rPr>
            <a:t>Week 2 — NLP Extraction</a:t>
          </a:r>
          <a:endParaRPr lang="en-US" sz="1800">
            <a:highlight>
              <a:srgbClr val="FFFF00"/>
            </a:highlight>
            <a:latin typeface="Times New Roman"/>
            <a:cs typeface="Times New Roman"/>
          </a:endParaRPr>
        </a:p>
      </dgm:t>
    </dgm:pt>
    <dgm:pt modelId="{27B6B7BB-9C63-4922-9290-DF3BCBC575D1}" type="parTrans" cxnId="{FE8BFA67-D92B-4EE9-8A73-514A62ACE3BE}">
      <dgm:prSet/>
      <dgm:spPr/>
    </dgm:pt>
    <dgm:pt modelId="{59C6FCB4-FB85-48EA-9774-185D11EA0ED2}" type="sibTrans" cxnId="{FE8BFA67-D92B-4EE9-8A73-514A62ACE3BE}">
      <dgm:prSet/>
      <dgm:spPr/>
      <dgm:t>
        <a:bodyPr/>
        <a:lstStyle/>
        <a:p>
          <a:endParaRPr lang="en-US"/>
        </a:p>
      </dgm:t>
    </dgm:pt>
    <dgm:pt modelId="{02C04877-DDBB-40B0-8206-0B43D0E3BB21}">
      <dgm:prSet phldrT="[Text]" phldr="0"/>
      <dgm:spPr/>
      <dgm:t>
        <a:bodyPr/>
        <a:lstStyle/>
        <a:p>
          <a:pPr algn="l"/>
          <a:r>
            <a:rPr lang="en-US" sz="1800">
              <a:latin typeface="Times New Roman"/>
              <a:cs typeface="Times New Roman"/>
            </a:rPr>
            <a:t>Entity recognition</a:t>
          </a:r>
        </a:p>
      </dgm:t>
    </dgm:pt>
    <dgm:pt modelId="{905954A3-3A45-4361-B54A-0084D6F00362}" type="parTrans" cxnId="{F52F5575-4633-49B4-AC66-87852381D39D}">
      <dgm:prSet/>
      <dgm:spPr/>
    </dgm:pt>
    <dgm:pt modelId="{9D06218F-A007-425D-AE77-62E516A737CE}" type="sibTrans" cxnId="{F52F5575-4633-49B4-AC66-87852381D39D}">
      <dgm:prSet/>
      <dgm:spPr/>
      <dgm:t>
        <a:bodyPr/>
        <a:lstStyle/>
        <a:p>
          <a:endParaRPr lang="en-US"/>
        </a:p>
      </dgm:t>
    </dgm:pt>
    <dgm:pt modelId="{8847C54A-4BAB-4A5B-BEEC-590D982D775F}">
      <dgm:prSet phldrT="[Text]" phldr="0"/>
      <dgm:spPr/>
      <dgm:t>
        <a:bodyPr/>
        <a:lstStyle/>
        <a:p>
          <a:pPr algn="l"/>
          <a:r>
            <a:rPr lang="en-US" sz="1800">
              <a:latin typeface="Times New Roman"/>
              <a:cs typeface="Times New Roman"/>
            </a:rPr>
            <a:t>Relationship &amp; temporal extraction</a:t>
          </a:r>
        </a:p>
      </dgm:t>
    </dgm:pt>
    <dgm:pt modelId="{B490D2F4-7E08-4569-84EC-26A8554E4C79}" type="parTrans" cxnId="{9E1B5CFB-6BDF-4671-A2D1-B1F4C974AE19}">
      <dgm:prSet/>
      <dgm:spPr/>
    </dgm:pt>
    <dgm:pt modelId="{B469C62F-A5F7-41D8-A7D3-1FB3D730BEC4}" type="sibTrans" cxnId="{9E1B5CFB-6BDF-4671-A2D1-B1F4C974AE19}">
      <dgm:prSet/>
      <dgm:spPr/>
      <dgm:t>
        <a:bodyPr/>
        <a:lstStyle/>
        <a:p>
          <a:endParaRPr lang="en-US"/>
        </a:p>
      </dgm:t>
    </dgm:pt>
    <dgm:pt modelId="{76331070-FD71-4F51-A776-3817AD34B6DB}">
      <dgm:prSet phldrT="[Text]" phldr="0" custT="1"/>
      <dgm:spPr/>
      <dgm:t>
        <a:bodyPr/>
        <a:lstStyle/>
        <a:p>
          <a:pPr algn="l"/>
          <a:r>
            <a:rPr lang="en-US" sz="1800" b="1">
              <a:highlight>
                <a:srgbClr val="FFFF00"/>
              </a:highlight>
              <a:latin typeface="Times New Roman"/>
              <a:cs typeface="Times New Roman"/>
            </a:rPr>
            <a:t>Week 3 — Knowledge Graph</a:t>
          </a:r>
          <a:endParaRPr lang="en-US" sz="1800">
            <a:highlight>
              <a:srgbClr val="FFFF00"/>
            </a:highlight>
            <a:latin typeface="Times New Roman"/>
            <a:cs typeface="Times New Roman"/>
          </a:endParaRPr>
        </a:p>
      </dgm:t>
    </dgm:pt>
    <dgm:pt modelId="{64443C35-C1CF-41E9-9951-651861F7264D}" type="parTrans" cxnId="{178E4393-00F5-460A-83D0-0C19A292054C}">
      <dgm:prSet/>
      <dgm:spPr/>
    </dgm:pt>
    <dgm:pt modelId="{F29080CA-E654-4F0B-ACC2-433A2ECE6620}" type="sibTrans" cxnId="{178E4393-00F5-460A-83D0-0C19A292054C}">
      <dgm:prSet/>
      <dgm:spPr/>
      <dgm:t>
        <a:bodyPr/>
        <a:lstStyle/>
        <a:p>
          <a:endParaRPr lang="en-US"/>
        </a:p>
      </dgm:t>
    </dgm:pt>
    <dgm:pt modelId="{145F395D-EB26-4B00-8C25-B9DC30904D13}">
      <dgm:prSet phldrT="[Text]" phldr="0" custT="1"/>
      <dgm:spPr/>
      <dgm:t>
        <a:bodyPr/>
        <a:lstStyle/>
        <a:p>
          <a:pPr algn="l" rtl="0"/>
          <a:r>
            <a:rPr lang="en-US" sz="1800">
              <a:latin typeface="Times New Roman"/>
              <a:cs typeface="Times New Roman"/>
            </a:rPr>
            <a:t>Temporal graph construction</a:t>
          </a:r>
        </a:p>
      </dgm:t>
    </dgm:pt>
    <dgm:pt modelId="{16799525-1CA2-46B9-8425-9718BCA6C737}" type="parTrans" cxnId="{61F8A8A0-3845-4F45-B696-664D35E1F42D}">
      <dgm:prSet/>
      <dgm:spPr/>
    </dgm:pt>
    <dgm:pt modelId="{EC30053D-53E7-4EB9-8A24-B10169EC214F}" type="sibTrans" cxnId="{61F8A8A0-3845-4F45-B696-664D35E1F42D}">
      <dgm:prSet/>
      <dgm:spPr/>
      <dgm:t>
        <a:bodyPr/>
        <a:lstStyle/>
        <a:p>
          <a:endParaRPr lang="en-US"/>
        </a:p>
      </dgm:t>
    </dgm:pt>
    <dgm:pt modelId="{6CB1BC2A-06A1-4393-B671-05545A666121}">
      <dgm:prSet phldrT="[Text]" phldr="0"/>
      <dgm:spPr/>
      <dgm:t>
        <a:bodyPr/>
        <a:lstStyle/>
        <a:p>
          <a:pPr algn="l"/>
          <a:r>
            <a:rPr lang="en-US" sz="1800">
              <a:latin typeface="Times New Roman"/>
              <a:cs typeface="Times New Roman"/>
            </a:rPr>
            <a:t>Cross-domain entity linking</a:t>
          </a:r>
        </a:p>
      </dgm:t>
    </dgm:pt>
    <dgm:pt modelId="{F094712D-39EB-4CE2-BAC7-3C185ECDCDD0}" type="parTrans" cxnId="{0B11CEB2-932A-4AD9-B7C3-38B62F226192}">
      <dgm:prSet/>
      <dgm:spPr/>
    </dgm:pt>
    <dgm:pt modelId="{65A64312-D2E4-4182-B62D-7322D9CF6BC9}" type="sibTrans" cxnId="{0B11CEB2-932A-4AD9-B7C3-38B62F226192}">
      <dgm:prSet/>
      <dgm:spPr/>
      <dgm:t>
        <a:bodyPr/>
        <a:lstStyle/>
        <a:p>
          <a:endParaRPr lang="en-US"/>
        </a:p>
      </dgm:t>
    </dgm:pt>
    <dgm:pt modelId="{22BA1B85-17E0-4F71-AD62-20B1C6D9BDC7}">
      <dgm:prSet phldrT="[Text]" phldr="0"/>
      <dgm:spPr/>
      <dgm:t>
        <a:bodyPr/>
        <a:lstStyle/>
        <a:p>
          <a:pPr algn="l"/>
          <a:r>
            <a:rPr lang="en-US" sz="1800" b="1">
              <a:highlight>
                <a:srgbClr val="FFFF00"/>
              </a:highlight>
              <a:latin typeface="Times New Roman"/>
              <a:cs typeface="Times New Roman"/>
            </a:rPr>
            <a:t>Week 3 — Signal Detection</a:t>
          </a:r>
          <a:endParaRPr lang="en-US" sz="1800">
            <a:highlight>
              <a:srgbClr val="FFFF00"/>
            </a:highlight>
            <a:latin typeface="Times New Roman"/>
            <a:cs typeface="Times New Roman"/>
          </a:endParaRPr>
        </a:p>
      </dgm:t>
    </dgm:pt>
    <dgm:pt modelId="{BC31A191-B554-4C3C-AE23-F3EBABC45259}" type="parTrans" cxnId="{04724C13-6A99-4C04-9B8B-A25BF9F5F5C2}">
      <dgm:prSet/>
      <dgm:spPr/>
    </dgm:pt>
    <dgm:pt modelId="{4EC97524-6984-4477-9404-7B67D6310F23}" type="sibTrans" cxnId="{04724C13-6A99-4C04-9B8B-A25BF9F5F5C2}">
      <dgm:prSet/>
      <dgm:spPr/>
      <dgm:t>
        <a:bodyPr/>
        <a:lstStyle/>
        <a:p>
          <a:endParaRPr lang="en-US"/>
        </a:p>
      </dgm:t>
    </dgm:pt>
    <dgm:pt modelId="{08FC4FE7-037D-490A-8470-2D88E65E0F90}">
      <dgm:prSet phldrT="[Text]" phldr="0"/>
      <dgm:spPr/>
      <dgm:t>
        <a:bodyPr/>
        <a:lstStyle/>
        <a:p>
          <a:pPr algn="l"/>
          <a:r>
            <a:rPr lang="en-US" sz="1800">
              <a:latin typeface="Times New Roman"/>
              <a:cs typeface="Times New Roman"/>
            </a:rPr>
            <a:t>Pattern &amp; anomaly detection</a:t>
          </a:r>
        </a:p>
      </dgm:t>
    </dgm:pt>
    <dgm:pt modelId="{44B049F4-2AB5-4E99-83E0-FA192B97441F}" type="parTrans" cxnId="{1D17EE5D-1830-4B59-84D7-D0CA2CA88CCD}">
      <dgm:prSet/>
      <dgm:spPr/>
    </dgm:pt>
    <dgm:pt modelId="{29AAFD4E-97EE-4621-839E-15B85333EDE0}" type="sibTrans" cxnId="{1D17EE5D-1830-4B59-84D7-D0CA2CA88CCD}">
      <dgm:prSet/>
      <dgm:spPr/>
      <dgm:t>
        <a:bodyPr/>
        <a:lstStyle/>
        <a:p>
          <a:endParaRPr lang="en-US"/>
        </a:p>
      </dgm:t>
    </dgm:pt>
    <dgm:pt modelId="{D7F0F362-3B66-42EF-BDFB-7AA150F7EF8B}">
      <dgm:prSet phldrT="[Text]" phldr="0"/>
      <dgm:spPr/>
      <dgm:t>
        <a:bodyPr/>
        <a:lstStyle/>
        <a:p>
          <a:pPr algn="l"/>
          <a:r>
            <a:rPr lang="en-US" sz="1800">
              <a:latin typeface="Times New Roman"/>
              <a:cs typeface="Times New Roman"/>
            </a:rPr>
            <a:t>Emerging risk identification</a:t>
          </a:r>
        </a:p>
      </dgm:t>
    </dgm:pt>
    <dgm:pt modelId="{2A76EDC6-330C-4F0B-941B-59A17D013131}" type="parTrans" cxnId="{5927F598-231E-49C4-9F5B-68DD6EE41484}">
      <dgm:prSet/>
      <dgm:spPr/>
    </dgm:pt>
    <dgm:pt modelId="{1E1D5269-8204-4370-8F48-892122F9C6A7}" type="sibTrans" cxnId="{5927F598-231E-49C4-9F5B-68DD6EE41484}">
      <dgm:prSet/>
      <dgm:spPr/>
      <dgm:t>
        <a:bodyPr/>
        <a:lstStyle/>
        <a:p>
          <a:endParaRPr lang="en-US"/>
        </a:p>
      </dgm:t>
    </dgm:pt>
    <dgm:pt modelId="{D2D5080A-80AC-4C73-950D-943C2CDADAB3}">
      <dgm:prSet phldrT="[Text]" phldr="0"/>
      <dgm:spPr/>
      <dgm:t>
        <a:bodyPr/>
        <a:lstStyle/>
        <a:p>
          <a:pPr algn="l"/>
          <a:r>
            <a:rPr lang="en-US" sz="1800" b="1">
              <a:highlight>
                <a:srgbClr val="FFFF00"/>
              </a:highlight>
              <a:latin typeface="Times New Roman"/>
              <a:cs typeface="Times New Roman"/>
            </a:rPr>
            <a:t>Week 4 — Dashboard</a:t>
          </a:r>
          <a:endParaRPr lang="en-US" sz="1800">
            <a:highlight>
              <a:srgbClr val="FFFF00"/>
            </a:highlight>
            <a:latin typeface="Times New Roman"/>
            <a:cs typeface="Times New Roman"/>
          </a:endParaRPr>
        </a:p>
      </dgm:t>
    </dgm:pt>
    <dgm:pt modelId="{52CBC3B2-DB6F-467E-A80C-416254D0EE5B}" type="parTrans" cxnId="{B415D8D7-CF7E-491B-A54C-CBA6A73F72E9}">
      <dgm:prSet/>
      <dgm:spPr/>
    </dgm:pt>
    <dgm:pt modelId="{E86477E7-2555-4924-9DE3-184A2B412CEC}" type="sibTrans" cxnId="{B415D8D7-CF7E-491B-A54C-CBA6A73F72E9}">
      <dgm:prSet/>
      <dgm:spPr/>
      <dgm:t>
        <a:bodyPr/>
        <a:lstStyle/>
        <a:p>
          <a:endParaRPr lang="en-US"/>
        </a:p>
      </dgm:t>
    </dgm:pt>
    <dgm:pt modelId="{59ED8A08-24B6-4975-99D1-9A4196DB4453}">
      <dgm:prSet phldrT="[Text]" phldr="0" custT="1"/>
      <dgm:spPr/>
      <dgm:t>
        <a:bodyPr/>
        <a:lstStyle/>
        <a:p>
          <a:pPr algn="l" rtl="0"/>
          <a:r>
            <a:rPr lang="en-US" sz="1800">
              <a:latin typeface="Times New Roman"/>
              <a:cs typeface="Times New Roman"/>
            </a:rPr>
            <a:t>Insights &amp; monitoring</a:t>
          </a:r>
        </a:p>
      </dgm:t>
    </dgm:pt>
    <dgm:pt modelId="{DA228302-8C27-449F-AECF-FA19BC799223}" type="parTrans" cxnId="{CC719563-EE06-4407-9F46-3C20FB2963D8}">
      <dgm:prSet/>
      <dgm:spPr/>
    </dgm:pt>
    <dgm:pt modelId="{5FE1C433-5BE4-4012-B2A3-0B8EF3FE6329}" type="sibTrans" cxnId="{CC719563-EE06-4407-9F46-3C20FB2963D8}">
      <dgm:prSet/>
      <dgm:spPr/>
      <dgm:t>
        <a:bodyPr/>
        <a:lstStyle/>
        <a:p>
          <a:endParaRPr lang="en-US"/>
        </a:p>
      </dgm:t>
    </dgm:pt>
    <dgm:pt modelId="{7A14774C-DBA0-464E-A2AA-CF7F7EEFBCF6}">
      <dgm:prSet phldrT="[Text]" phldr="0"/>
      <dgm:spPr/>
      <dgm:t>
        <a:bodyPr/>
        <a:lstStyle/>
        <a:p>
          <a:pPr algn="l" rtl="0"/>
          <a:r>
            <a:rPr lang="en-US" sz="1800">
              <a:latin typeface="Times New Roman"/>
              <a:cs typeface="Times New Roman"/>
            </a:rPr>
            <a:t>Interactive visualization</a:t>
          </a:r>
        </a:p>
      </dgm:t>
    </dgm:pt>
    <dgm:pt modelId="{CE94DF35-D4D0-416E-82C7-128742906C27}" type="parTrans" cxnId="{A546CCEF-0095-4AE7-A77A-3622FB79F77A}">
      <dgm:prSet/>
      <dgm:spPr/>
    </dgm:pt>
    <dgm:pt modelId="{777EE896-5586-4B36-BAF5-32B3624C0A98}" type="sibTrans" cxnId="{A546CCEF-0095-4AE7-A77A-3622FB79F77A}">
      <dgm:prSet/>
      <dgm:spPr/>
      <dgm:t>
        <a:bodyPr/>
        <a:lstStyle/>
        <a:p>
          <a:endParaRPr lang="en-US"/>
        </a:p>
      </dgm:t>
    </dgm:pt>
    <dgm:pt modelId="{53533025-B8B1-4B44-842C-BA1F753726C0}" type="pres">
      <dgm:prSet presAssocID="{D1878EA4-16C1-4170-840D-35761A21BACF}" presName="diagram" presStyleCnt="0">
        <dgm:presLayoutVars>
          <dgm:dir/>
          <dgm:resizeHandles val="exact"/>
        </dgm:presLayoutVars>
      </dgm:prSet>
      <dgm:spPr/>
    </dgm:pt>
    <dgm:pt modelId="{C5A98B31-C757-4CF8-A47A-909AE9F442C2}" type="pres">
      <dgm:prSet presAssocID="{F94477C3-5183-4FB9-971C-A917FF6359CE}" presName="node" presStyleLbl="node1" presStyleIdx="0" presStyleCnt="6">
        <dgm:presLayoutVars>
          <dgm:bulletEnabled val="1"/>
        </dgm:presLayoutVars>
      </dgm:prSet>
      <dgm:spPr/>
    </dgm:pt>
    <dgm:pt modelId="{503E052F-BFF5-4F93-829E-E36627557205}" type="pres">
      <dgm:prSet presAssocID="{591EB2E6-BA32-4E1D-9F6F-4788CE36DD22}" presName="sibTrans" presStyleLbl="sibTrans2D1" presStyleIdx="0" presStyleCnt="5"/>
      <dgm:spPr/>
    </dgm:pt>
    <dgm:pt modelId="{84D6EEEE-69D3-4FED-A1DB-FCB46CD3F626}" type="pres">
      <dgm:prSet presAssocID="{591EB2E6-BA32-4E1D-9F6F-4788CE36DD22}" presName="connectorText" presStyleLbl="sibTrans2D1" presStyleIdx="0" presStyleCnt="5"/>
      <dgm:spPr/>
    </dgm:pt>
    <dgm:pt modelId="{702DAEDC-91C9-4444-99BA-C1C60895FD71}" type="pres">
      <dgm:prSet presAssocID="{D8844067-564D-4C91-AB7A-39644E71B2C2}" presName="node" presStyleLbl="node1" presStyleIdx="1" presStyleCnt="6">
        <dgm:presLayoutVars>
          <dgm:bulletEnabled val="1"/>
        </dgm:presLayoutVars>
      </dgm:prSet>
      <dgm:spPr/>
    </dgm:pt>
    <dgm:pt modelId="{A5997986-98F1-4185-89E1-2341F2100A7C}" type="pres">
      <dgm:prSet presAssocID="{500E820C-82BE-47F7-BA9C-2EA6C453EB6C}" presName="sibTrans" presStyleLbl="sibTrans2D1" presStyleIdx="1" presStyleCnt="5"/>
      <dgm:spPr/>
    </dgm:pt>
    <dgm:pt modelId="{9299C4DE-FC35-4BF7-B968-79473BF5295D}" type="pres">
      <dgm:prSet presAssocID="{500E820C-82BE-47F7-BA9C-2EA6C453EB6C}" presName="connectorText" presStyleLbl="sibTrans2D1" presStyleIdx="1" presStyleCnt="5"/>
      <dgm:spPr/>
    </dgm:pt>
    <dgm:pt modelId="{B3AD10C1-6EE7-40D3-9305-DAC09BBAF274}" type="pres">
      <dgm:prSet presAssocID="{74045843-52A4-4E69-AB77-D74F22A62368}" presName="node" presStyleLbl="node1" presStyleIdx="2" presStyleCnt="6">
        <dgm:presLayoutVars>
          <dgm:bulletEnabled val="1"/>
        </dgm:presLayoutVars>
      </dgm:prSet>
      <dgm:spPr/>
    </dgm:pt>
    <dgm:pt modelId="{B50C87B6-5BA4-4DDC-B065-34B3CE43A182}" type="pres">
      <dgm:prSet presAssocID="{59C6FCB4-FB85-48EA-9774-185D11EA0ED2}" presName="sibTrans" presStyleLbl="sibTrans2D1" presStyleIdx="2" presStyleCnt="5"/>
      <dgm:spPr/>
    </dgm:pt>
    <dgm:pt modelId="{3440072F-A800-43AF-B982-1FF8EBB09A4A}" type="pres">
      <dgm:prSet presAssocID="{59C6FCB4-FB85-48EA-9774-185D11EA0ED2}" presName="connectorText" presStyleLbl="sibTrans2D1" presStyleIdx="2" presStyleCnt="5"/>
      <dgm:spPr/>
    </dgm:pt>
    <dgm:pt modelId="{014FEDCE-4433-48AE-9238-655B8A728E6A}" type="pres">
      <dgm:prSet presAssocID="{76331070-FD71-4F51-A776-3817AD34B6DB}" presName="node" presStyleLbl="node1" presStyleIdx="3" presStyleCnt="6">
        <dgm:presLayoutVars>
          <dgm:bulletEnabled val="1"/>
        </dgm:presLayoutVars>
      </dgm:prSet>
      <dgm:spPr/>
    </dgm:pt>
    <dgm:pt modelId="{81950242-DA7C-4B09-81DE-BBE37DDAA85F}" type="pres">
      <dgm:prSet presAssocID="{F29080CA-E654-4F0B-ACC2-433A2ECE6620}" presName="sibTrans" presStyleLbl="sibTrans2D1" presStyleIdx="3" presStyleCnt="5"/>
      <dgm:spPr/>
    </dgm:pt>
    <dgm:pt modelId="{DBE8A09F-FD48-424A-B783-73B6DBC62630}" type="pres">
      <dgm:prSet presAssocID="{F29080CA-E654-4F0B-ACC2-433A2ECE6620}" presName="connectorText" presStyleLbl="sibTrans2D1" presStyleIdx="3" presStyleCnt="5"/>
      <dgm:spPr/>
    </dgm:pt>
    <dgm:pt modelId="{0021EB9F-AA87-4033-B05B-4B6F08F9FFAB}" type="pres">
      <dgm:prSet presAssocID="{22BA1B85-17E0-4F71-AD62-20B1C6D9BDC7}" presName="node" presStyleLbl="node1" presStyleIdx="4" presStyleCnt="6">
        <dgm:presLayoutVars>
          <dgm:bulletEnabled val="1"/>
        </dgm:presLayoutVars>
      </dgm:prSet>
      <dgm:spPr/>
    </dgm:pt>
    <dgm:pt modelId="{F5A11018-0558-45D3-A646-22C372FB0F37}" type="pres">
      <dgm:prSet presAssocID="{4EC97524-6984-4477-9404-7B67D6310F23}" presName="sibTrans" presStyleLbl="sibTrans2D1" presStyleIdx="4" presStyleCnt="5"/>
      <dgm:spPr/>
    </dgm:pt>
    <dgm:pt modelId="{C24E3D56-9370-4C8A-BD57-01F3C692C627}" type="pres">
      <dgm:prSet presAssocID="{4EC97524-6984-4477-9404-7B67D6310F23}" presName="connectorText" presStyleLbl="sibTrans2D1" presStyleIdx="4" presStyleCnt="5"/>
      <dgm:spPr/>
    </dgm:pt>
    <dgm:pt modelId="{44B3D33E-BBD8-49A2-918A-6716A1195049}" type="pres">
      <dgm:prSet presAssocID="{D2D5080A-80AC-4C73-950D-943C2CDADAB3}" presName="node" presStyleLbl="node1" presStyleIdx="5" presStyleCnt="6">
        <dgm:presLayoutVars>
          <dgm:bulletEnabled val="1"/>
        </dgm:presLayoutVars>
      </dgm:prSet>
      <dgm:spPr/>
    </dgm:pt>
  </dgm:ptLst>
  <dgm:cxnLst>
    <dgm:cxn modelId="{04724C13-6A99-4C04-9B8B-A25BF9F5F5C2}" srcId="{D1878EA4-16C1-4170-840D-35761A21BACF}" destId="{22BA1B85-17E0-4F71-AD62-20B1C6D9BDC7}" srcOrd="4" destOrd="0" parTransId="{BC31A191-B554-4C3C-AE23-F3EBABC45259}" sibTransId="{4EC97524-6984-4477-9404-7B67D6310F23}"/>
    <dgm:cxn modelId="{1AE2AB26-BD78-4A45-85E8-440ECFC7F9FC}" type="presOf" srcId="{4EC97524-6984-4477-9404-7B67D6310F23}" destId="{C24E3D56-9370-4C8A-BD57-01F3C692C627}" srcOrd="1" destOrd="0" presId="urn:microsoft.com/office/officeart/2005/8/layout/process5"/>
    <dgm:cxn modelId="{D7078E27-2DC6-43C4-B289-5338E0FEFAE3}" type="presOf" srcId="{F29080CA-E654-4F0B-ACC2-433A2ECE6620}" destId="{81950242-DA7C-4B09-81DE-BBE37DDAA85F}" srcOrd="0" destOrd="0" presId="urn:microsoft.com/office/officeart/2005/8/layout/process5"/>
    <dgm:cxn modelId="{1D430728-EDDF-4AFD-829A-8BBB85AEF02B}" type="presOf" srcId="{4EC97524-6984-4477-9404-7B67D6310F23}" destId="{F5A11018-0558-45D3-A646-22C372FB0F37}" srcOrd="0" destOrd="0" presId="urn:microsoft.com/office/officeart/2005/8/layout/process5"/>
    <dgm:cxn modelId="{5D7C032A-AC5D-4DF4-8286-5F3FCB910A5B}" type="presOf" srcId="{6CB1BC2A-06A1-4393-B671-05545A666121}" destId="{014FEDCE-4433-48AE-9238-655B8A728E6A}" srcOrd="0" destOrd="2" presId="urn:microsoft.com/office/officeart/2005/8/layout/process5"/>
    <dgm:cxn modelId="{82838C30-71CC-4900-821B-672C43B93E0D}" type="presOf" srcId="{591EB2E6-BA32-4E1D-9F6F-4788CE36DD22}" destId="{503E052F-BFF5-4F93-829E-E36627557205}" srcOrd="0" destOrd="0" presId="urn:microsoft.com/office/officeart/2005/8/layout/process5"/>
    <dgm:cxn modelId="{14A2DE32-3DC7-4C5A-A419-3CC76C195074}" type="presOf" srcId="{F94477C3-5183-4FB9-971C-A917FF6359CE}" destId="{C5A98B31-C757-4CF8-A47A-909AE9F442C2}" srcOrd="0" destOrd="0" presId="urn:microsoft.com/office/officeart/2005/8/layout/process5"/>
    <dgm:cxn modelId="{5821D734-AAEC-4EAC-8FB4-713453E2D79A}" type="presOf" srcId="{D8844067-564D-4C91-AB7A-39644E71B2C2}" destId="{702DAEDC-91C9-4444-99BA-C1C60895FD71}" srcOrd="0" destOrd="0" presId="urn:microsoft.com/office/officeart/2005/8/layout/process5"/>
    <dgm:cxn modelId="{B6BD0C35-0E83-4577-B9D7-341F730C1F0A}" srcId="{F94477C3-5183-4FB9-971C-A917FF6359CE}" destId="{80AEA14A-7F17-480C-A1BD-4E5A4BC8573D}" srcOrd="1" destOrd="0" parTransId="{BDADFF47-1624-4C5C-AEA6-E91EFAF3759C}" sibTransId="{BAD0949D-2A56-4BA0-84DB-32FE525B2391}"/>
    <dgm:cxn modelId="{1D17EE5D-1830-4B59-84D7-D0CA2CA88CCD}" srcId="{22BA1B85-17E0-4F71-AD62-20B1C6D9BDC7}" destId="{08FC4FE7-037D-490A-8470-2D88E65E0F90}" srcOrd="0" destOrd="0" parTransId="{44B049F4-2AB5-4E99-83E0-FA192B97441F}" sibTransId="{29AAFD4E-97EE-4621-839E-15B85333EDE0}"/>
    <dgm:cxn modelId="{DF4E1263-C8DE-4C1F-AE37-C5DE014F839F}" type="presOf" srcId="{74045843-52A4-4E69-AB77-D74F22A62368}" destId="{B3AD10C1-6EE7-40D3-9305-DAC09BBAF274}" srcOrd="0" destOrd="0" presId="urn:microsoft.com/office/officeart/2005/8/layout/process5"/>
    <dgm:cxn modelId="{CC719563-EE06-4407-9F46-3C20FB2963D8}" srcId="{D2D5080A-80AC-4C73-950D-943C2CDADAB3}" destId="{59ED8A08-24B6-4975-99D1-9A4196DB4453}" srcOrd="1" destOrd="0" parTransId="{DA228302-8C27-449F-AECF-FA19BC799223}" sibTransId="{5FE1C433-5BE4-4012-B2A3-0B8EF3FE6329}"/>
    <dgm:cxn modelId="{FE8BFA67-D92B-4EE9-8A73-514A62ACE3BE}" srcId="{D1878EA4-16C1-4170-840D-35761A21BACF}" destId="{74045843-52A4-4E69-AB77-D74F22A62368}" srcOrd="2" destOrd="0" parTransId="{27B6B7BB-9C63-4922-9290-DF3BCBC575D1}" sibTransId="{59C6FCB4-FB85-48EA-9774-185D11EA0ED2}"/>
    <dgm:cxn modelId="{64A66749-E867-4088-8FDA-6D27256B49A5}" type="presOf" srcId="{02C04877-DDBB-40B0-8206-0B43D0E3BB21}" destId="{B3AD10C1-6EE7-40D3-9305-DAC09BBAF274}" srcOrd="0" destOrd="1" presId="urn:microsoft.com/office/officeart/2005/8/layout/process5"/>
    <dgm:cxn modelId="{8065356C-F90B-45B7-A3F2-6F0B088ED42A}" type="presOf" srcId="{76331070-FD71-4F51-A776-3817AD34B6DB}" destId="{014FEDCE-4433-48AE-9238-655B8A728E6A}" srcOrd="0" destOrd="0" presId="urn:microsoft.com/office/officeart/2005/8/layout/process5"/>
    <dgm:cxn modelId="{FC58C94C-FF31-4D08-9E3F-93051197D8FB}" type="presOf" srcId="{145F395D-EB26-4B00-8C25-B9DC30904D13}" destId="{014FEDCE-4433-48AE-9238-655B8A728E6A}" srcOrd="0" destOrd="1" presId="urn:microsoft.com/office/officeart/2005/8/layout/process5"/>
    <dgm:cxn modelId="{6D2F536F-8B27-4F4C-9CDA-F0310D46CF3E}" type="presOf" srcId="{59ED8A08-24B6-4975-99D1-9A4196DB4453}" destId="{44B3D33E-BBD8-49A2-918A-6716A1195049}" srcOrd="0" destOrd="2" presId="urn:microsoft.com/office/officeart/2005/8/layout/process5"/>
    <dgm:cxn modelId="{10007C71-2CF7-426B-891A-DDFE76CC7311}" srcId="{F94477C3-5183-4FB9-971C-A917FF6359CE}" destId="{94507E8F-268A-4932-AAA8-22DB006E17A3}" srcOrd="0" destOrd="0" parTransId="{F8635379-866F-4B6D-81FC-35D0E991AAB9}" sibTransId="{5F531694-8612-4108-BB87-EF085FAFBADF}"/>
    <dgm:cxn modelId="{137AA253-000A-415F-8E4B-E0F248474833}" srcId="{D8844067-564D-4C91-AB7A-39644E71B2C2}" destId="{8AB3CA90-1EBA-42E0-BF30-49F30493C4A1}" srcOrd="0" destOrd="0" parTransId="{9EA00C5A-70D7-43AB-BB5B-0B585F09F849}" sibTransId="{F76D7DCA-0018-4799-B194-46C4C24B4897}"/>
    <dgm:cxn modelId="{39EE4675-ECA5-4C7C-959A-5C90D2E8DBEF}" srcId="{D8844067-564D-4C91-AB7A-39644E71B2C2}" destId="{0B972EFC-CEB4-4514-BA50-0776BAA186DE}" srcOrd="1" destOrd="0" parTransId="{DA4D1B39-6FBD-4138-98F4-4D65B97DFE32}" sibTransId="{CC25F29F-8AAD-4CC4-8E3C-64467B167F7F}"/>
    <dgm:cxn modelId="{F52F5575-4633-49B4-AC66-87852381D39D}" srcId="{74045843-52A4-4E69-AB77-D74F22A62368}" destId="{02C04877-DDBB-40B0-8206-0B43D0E3BB21}" srcOrd="0" destOrd="0" parTransId="{905954A3-3A45-4361-B54A-0084D6F00362}" sibTransId="{9D06218F-A007-425D-AE77-62E516A737CE}"/>
    <dgm:cxn modelId="{310D5E7F-698A-4E08-B9FB-F31E033DC9C2}" type="presOf" srcId="{591EB2E6-BA32-4E1D-9F6F-4788CE36DD22}" destId="{84D6EEEE-69D3-4FED-A1DB-FCB46CD3F626}" srcOrd="1" destOrd="0" presId="urn:microsoft.com/office/officeart/2005/8/layout/process5"/>
    <dgm:cxn modelId="{44CC6C86-9A1B-4251-9352-86106BEB1654}" type="presOf" srcId="{7A14774C-DBA0-464E-A2AA-CF7F7EEFBCF6}" destId="{44B3D33E-BBD8-49A2-918A-6716A1195049}" srcOrd="0" destOrd="1" presId="urn:microsoft.com/office/officeart/2005/8/layout/process5"/>
    <dgm:cxn modelId="{178E4393-00F5-460A-83D0-0C19A292054C}" srcId="{D1878EA4-16C1-4170-840D-35761A21BACF}" destId="{76331070-FD71-4F51-A776-3817AD34B6DB}" srcOrd="3" destOrd="0" parTransId="{64443C35-C1CF-41E9-9951-651861F7264D}" sibTransId="{F29080CA-E654-4F0B-ACC2-433A2ECE6620}"/>
    <dgm:cxn modelId="{603B2F98-4997-4DFE-BD78-2F436B50AEB9}" type="presOf" srcId="{500E820C-82BE-47F7-BA9C-2EA6C453EB6C}" destId="{A5997986-98F1-4185-89E1-2341F2100A7C}" srcOrd="0" destOrd="0" presId="urn:microsoft.com/office/officeart/2005/8/layout/process5"/>
    <dgm:cxn modelId="{5927F598-231E-49C4-9F5B-68DD6EE41484}" srcId="{22BA1B85-17E0-4F71-AD62-20B1C6D9BDC7}" destId="{D7F0F362-3B66-42EF-BDFB-7AA150F7EF8B}" srcOrd="1" destOrd="0" parTransId="{2A76EDC6-330C-4F0B-941B-59A17D013131}" sibTransId="{1E1D5269-8204-4370-8F48-892122F9C6A7}"/>
    <dgm:cxn modelId="{87A2C299-4936-4B30-8D1E-1A39757D7E2C}" type="presOf" srcId="{0B972EFC-CEB4-4514-BA50-0776BAA186DE}" destId="{702DAEDC-91C9-4444-99BA-C1C60895FD71}" srcOrd="0" destOrd="2" presId="urn:microsoft.com/office/officeart/2005/8/layout/process5"/>
    <dgm:cxn modelId="{FC21D099-2DBE-47DE-978D-F399506E135A}" type="presOf" srcId="{59C6FCB4-FB85-48EA-9774-185D11EA0ED2}" destId="{3440072F-A800-43AF-B982-1FF8EBB09A4A}" srcOrd="1" destOrd="0" presId="urn:microsoft.com/office/officeart/2005/8/layout/process5"/>
    <dgm:cxn modelId="{61F8A8A0-3845-4F45-B696-664D35E1F42D}" srcId="{76331070-FD71-4F51-A776-3817AD34B6DB}" destId="{145F395D-EB26-4B00-8C25-B9DC30904D13}" srcOrd="0" destOrd="0" parTransId="{16799525-1CA2-46B9-8425-9718BCA6C737}" sibTransId="{EC30053D-53E7-4EB9-8A24-B10169EC214F}"/>
    <dgm:cxn modelId="{F06EEBA2-6AF0-4B1E-A08E-6FAB8F64C50B}" type="presOf" srcId="{8847C54A-4BAB-4A5B-BEEC-590D982D775F}" destId="{B3AD10C1-6EE7-40D3-9305-DAC09BBAF274}" srcOrd="0" destOrd="2" presId="urn:microsoft.com/office/officeart/2005/8/layout/process5"/>
    <dgm:cxn modelId="{624B63AA-00BA-4A96-AC9E-E8DD3BA81426}" type="presOf" srcId="{8AB3CA90-1EBA-42E0-BF30-49F30493C4A1}" destId="{702DAEDC-91C9-4444-99BA-C1C60895FD71}" srcOrd="0" destOrd="1" presId="urn:microsoft.com/office/officeart/2005/8/layout/process5"/>
    <dgm:cxn modelId="{0B11CEB2-932A-4AD9-B7C3-38B62F226192}" srcId="{76331070-FD71-4F51-A776-3817AD34B6DB}" destId="{6CB1BC2A-06A1-4393-B671-05545A666121}" srcOrd="1" destOrd="0" parTransId="{F094712D-39EB-4CE2-BAC7-3C185ECDCDD0}" sibTransId="{65A64312-D2E4-4182-B62D-7322D9CF6BC9}"/>
    <dgm:cxn modelId="{8A9A33BB-8EFB-4DA5-93FE-ADF629DADD1C}" type="presOf" srcId="{59C6FCB4-FB85-48EA-9774-185D11EA0ED2}" destId="{B50C87B6-5BA4-4DDC-B065-34B3CE43A182}" srcOrd="0" destOrd="0" presId="urn:microsoft.com/office/officeart/2005/8/layout/process5"/>
    <dgm:cxn modelId="{EBCA5BBB-A3FD-4C5C-BE56-7A56F20AD03E}" type="presOf" srcId="{94507E8F-268A-4932-AAA8-22DB006E17A3}" destId="{C5A98B31-C757-4CF8-A47A-909AE9F442C2}" srcOrd="0" destOrd="1" presId="urn:microsoft.com/office/officeart/2005/8/layout/process5"/>
    <dgm:cxn modelId="{63C093BF-2F15-4798-A500-89AFAE638650}" type="presOf" srcId="{D2D5080A-80AC-4C73-950D-943C2CDADAB3}" destId="{44B3D33E-BBD8-49A2-918A-6716A1195049}" srcOrd="0" destOrd="0" presId="urn:microsoft.com/office/officeart/2005/8/layout/process5"/>
    <dgm:cxn modelId="{4F426DC0-4722-4EDD-9D0A-2C408496E8B6}" type="presOf" srcId="{08FC4FE7-037D-490A-8470-2D88E65E0F90}" destId="{0021EB9F-AA87-4033-B05B-4B6F08F9FFAB}" srcOrd="0" destOrd="1" presId="urn:microsoft.com/office/officeart/2005/8/layout/process5"/>
    <dgm:cxn modelId="{805272C0-487C-40B2-B8EF-9EA2648FE98D}" type="presOf" srcId="{D7F0F362-3B66-42EF-BDFB-7AA150F7EF8B}" destId="{0021EB9F-AA87-4033-B05B-4B6F08F9FFAB}" srcOrd="0" destOrd="2" presId="urn:microsoft.com/office/officeart/2005/8/layout/process5"/>
    <dgm:cxn modelId="{EFC9FAD1-AA06-46F4-988B-7AA5CE05BCB1}" type="presOf" srcId="{D1878EA4-16C1-4170-840D-35761A21BACF}" destId="{53533025-B8B1-4B44-842C-BA1F753726C0}" srcOrd="0" destOrd="0" presId="urn:microsoft.com/office/officeart/2005/8/layout/process5"/>
    <dgm:cxn modelId="{B785C7D4-A744-46EB-BBAC-1C2F0C92FC0A}" type="presOf" srcId="{22BA1B85-17E0-4F71-AD62-20B1C6D9BDC7}" destId="{0021EB9F-AA87-4033-B05B-4B6F08F9FFAB}" srcOrd="0" destOrd="0" presId="urn:microsoft.com/office/officeart/2005/8/layout/process5"/>
    <dgm:cxn modelId="{99737BD5-8E0D-4D38-B97B-6169D38E98CD}" srcId="{D1878EA4-16C1-4170-840D-35761A21BACF}" destId="{F94477C3-5183-4FB9-971C-A917FF6359CE}" srcOrd="0" destOrd="0" parTransId="{503F23DA-268D-457E-A40F-F00E1DAFCD5D}" sibTransId="{591EB2E6-BA32-4E1D-9F6F-4788CE36DD22}"/>
    <dgm:cxn modelId="{8B047AD7-64B6-44A2-BCC8-AC13DB175464}" type="presOf" srcId="{80AEA14A-7F17-480C-A1BD-4E5A4BC8573D}" destId="{C5A98B31-C757-4CF8-A47A-909AE9F442C2}" srcOrd="0" destOrd="2" presId="urn:microsoft.com/office/officeart/2005/8/layout/process5"/>
    <dgm:cxn modelId="{60D592D7-8FF6-4323-AD0A-F49ADE3C50FB}" srcId="{D1878EA4-16C1-4170-840D-35761A21BACF}" destId="{D8844067-564D-4C91-AB7A-39644E71B2C2}" srcOrd="1" destOrd="0" parTransId="{86E3BE09-AADD-4421-9BE3-481C14D3EBE3}" sibTransId="{500E820C-82BE-47F7-BA9C-2EA6C453EB6C}"/>
    <dgm:cxn modelId="{B415D8D7-CF7E-491B-A54C-CBA6A73F72E9}" srcId="{D1878EA4-16C1-4170-840D-35761A21BACF}" destId="{D2D5080A-80AC-4C73-950D-943C2CDADAB3}" srcOrd="5" destOrd="0" parTransId="{52CBC3B2-DB6F-467E-A80C-416254D0EE5B}" sibTransId="{E86477E7-2555-4924-9DE3-184A2B412CEC}"/>
    <dgm:cxn modelId="{6869FAE6-A6EC-4C21-84A0-7AB26F2AD864}" type="presOf" srcId="{F29080CA-E654-4F0B-ACC2-433A2ECE6620}" destId="{DBE8A09F-FD48-424A-B783-73B6DBC62630}" srcOrd="1" destOrd="0" presId="urn:microsoft.com/office/officeart/2005/8/layout/process5"/>
    <dgm:cxn modelId="{A546CCEF-0095-4AE7-A77A-3622FB79F77A}" srcId="{D2D5080A-80AC-4C73-950D-943C2CDADAB3}" destId="{7A14774C-DBA0-464E-A2AA-CF7F7EEFBCF6}" srcOrd="0" destOrd="0" parTransId="{CE94DF35-D4D0-416E-82C7-128742906C27}" sibTransId="{777EE896-5586-4B36-BAF5-32B3624C0A98}"/>
    <dgm:cxn modelId="{3787B6F4-8631-4C3B-8343-5DBC46DEEDFC}" type="presOf" srcId="{500E820C-82BE-47F7-BA9C-2EA6C453EB6C}" destId="{9299C4DE-FC35-4BF7-B968-79473BF5295D}" srcOrd="1" destOrd="0" presId="urn:microsoft.com/office/officeart/2005/8/layout/process5"/>
    <dgm:cxn modelId="{9E1B5CFB-6BDF-4671-A2D1-B1F4C974AE19}" srcId="{74045843-52A4-4E69-AB77-D74F22A62368}" destId="{8847C54A-4BAB-4A5B-BEEC-590D982D775F}" srcOrd="1" destOrd="0" parTransId="{B490D2F4-7E08-4569-84EC-26A8554E4C79}" sibTransId="{B469C62F-A5F7-41D8-A7D3-1FB3D730BEC4}"/>
    <dgm:cxn modelId="{2E433988-9D46-49FB-B4B8-9B3C68BA59F8}" type="presParOf" srcId="{53533025-B8B1-4B44-842C-BA1F753726C0}" destId="{C5A98B31-C757-4CF8-A47A-909AE9F442C2}" srcOrd="0" destOrd="0" presId="urn:microsoft.com/office/officeart/2005/8/layout/process5"/>
    <dgm:cxn modelId="{BB70AF34-69B7-45E1-BBA4-2D39D1405272}" type="presParOf" srcId="{53533025-B8B1-4B44-842C-BA1F753726C0}" destId="{503E052F-BFF5-4F93-829E-E36627557205}" srcOrd="1" destOrd="0" presId="urn:microsoft.com/office/officeart/2005/8/layout/process5"/>
    <dgm:cxn modelId="{AF72FB0D-02B2-4305-96AB-6A2CC6C87496}" type="presParOf" srcId="{503E052F-BFF5-4F93-829E-E36627557205}" destId="{84D6EEEE-69D3-4FED-A1DB-FCB46CD3F626}" srcOrd="0" destOrd="0" presId="urn:microsoft.com/office/officeart/2005/8/layout/process5"/>
    <dgm:cxn modelId="{172F52E8-C4AE-48AD-B664-4D9A05E84B8E}" type="presParOf" srcId="{53533025-B8B1-4B44-842C-BA1F753726C0}" destId="{702DAEDC-91C9-4444-99BA-C1C60895FD71}" srcOrd="2" destOrd="0" presId="urn:microsoft.com/office/officeart/2005/8/layout/process5"/>
    <dgm:cxn modelId="{FF0FFB06-EA3C-4E40-9063-C34E5AFA9C4F}" type="presParOf" srcId="{53533025-B8B1-4B44-842C-BA1F753726C0}" destId="{A5997986-98F1-4185-89E1-2341F2100A7C}" srcOrd="3" destOrd="0" presId="urn:microsoft.com/office/officeart/2005/8/layout/process5"/>
    <dgm:cxn modelId="{40D23214-177A-4697-B39F-1F850A635549}" type="presParOf" srcId="{A5997986-98F1-4185-89E1-2341F2100A7C}" destId="{9299C4DE-FC35-4BF7-B968-79473BF5295D}" srcOrd="0" destOrd="0" presId="urn:microsoft.com/office/officeart/2005/8/layout/process5"/>
    <dgm:cxn modelId="{935D20BF-CEB1-4CBF-B972-6E5077A81353}" type="presParOf" srcId="{53533025-B8B1-4B44-842C-BA1F753726C0}" destId="{B3AD10C1-6EE7-40D3-9305-DAC09BBAF274}" srcOrd="4" destOrd="0" presId="urn:microsoft.com/office/officeart/2005/8/layout/process5"/>
    <dgm:cxn modelId="{6CF408D1-E5B3-4787-A845-C13FDE0953C6}" type="presParOf" srcId="{53533025-B8B1-4B44-842C-BA1F753726C0}" destId="{B50C87B6-5BA4-4DDC-B065-34B3CE43A182}" srcOrd="5" destOrd="0" presId="urn:microsoft.com/office/officeart/2005/8/layout/process5"/>
    <dgm:cxn modelId="{544DDB6E-4327-4D23-BF3C-FD2434928903}" type="presParOf" srcId="{B50C87B6-5BA4-4DDC-B065-34B3CE43A182}" destId="{3440072F-A800-43AF-B982-1FF8EBB09A4A}" srcOrd="0" destOrd="0" presId="urn:microsoft.com/office/officeart/2005/8/layout/process5"/>
    <dgm:cxn modelId="{4A35CBE1-12E9-4AD7-8095-C14C3693D5A5}" type="presParOf" srcId="{53533025-B8B1-4B44-842C-BA1F753726C0}" destId="{014FEDCE-4433-48AE-9238-655B8A728E6A}" srcOrd="6" destOrd="0" presId="urn:microsoft.com/office/officeart/2005/8/layout/process5"/>
    <dgm:cxn modelId="{4E3AA534-4B05-4434-AC13-937B047FF631}" type="presParOf" srcId="{53533025-B8B1-4B44-842C-BA1F753726C0}" destId="{81950242-DA7C-4B09-81DE-BBE37DDAA85F}" srcOrd="7" destOrd="0" presId="urn:microsoft.com/office/officeart/2005/8/layout/process5"/>
    <dgm:cxn modelId="{99C7D518-A3D8-4F7C-AC79-FFA914CE3C9A}" type="presParOf" srcId="{81950242-DA7C-4B09-81DE-BBE37DDAA85F}" destId="{DBE8A09F-FD48-424A-B783-73B6DBC62630}" srcOrd="0" destOrd="0" presId="urn:microsoft.com/office/officeart/2005/8/layout/process5"/>
    <dgm:cxn modelId="{4A167589-73C0-47B0-87CA-391FD444B962}" type="presParOf" srcId="{53533025-B8B1-4B44-842C-BA1F753726C0}" destId="{0021EB9F-AA87-4033-B05B-4B6F08F9FFAB}" srcOrd="8" destOrd="0" presId="urn:microsoft.com/office/officeart/2005/8/layout/process5"/>
    <dgm:cxn modelId="{8F247DC1-A0DE-41F3-8122-032B8C613347}" type="presParOf" srcId="{53533025-B8B1-4B44-842C-BA1F753726C0}" destId="{F5A11018-0558-45D3-A646-22C372FB0F37}" srcOrd="9" destOrd="0" presId="urn:microsoft.com/office/officeart/2005/8/layout/process5"/>
    <dgm:cxn modelId="{EF4BE29F-BDF8-4705-8291-48CEE0D2FEA4}" type="presParOf" srcId="{F5A11018-0558-45D3-A646-22C372FB0F37}" destId="{C24E3D56-9370-4C8A-BD57-01F3C692C627}" srcOrd="0" destOrd="0" presId="urn:microsoft.com/office/officeart/2005/8/layout/process5"/>
    <dgm:cxn modelId="{F54D3351-308E-4DAD-8C14-391E77FCAD58}" type="presParOf" srcId="{53533025-B8B1-4B44-842C-BA1F753726C0}" destId="{44B3D33E-BBD8-49A2-918A-6716A1195049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308DFD9-895C-4D76-B8B9-ED3590D86F46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6BDC2D0-AE19-44E1-958E-90A00A78FF49}">
      <dgm:prSet phldrT="[Text]" phldr="0" custT="1"/>
      <dgm:spPr/>
      <dgm:t>
        <a:bodyPr/>
        <a:lstStyle/>
        <a:p>
          <a:pPr algn="l" rtl="0"/>
          <a:r>
            <a:rPr lang="en-US" sz="1700">
              <a:latin typeface="Times New Roman"/>
              <a:cs typeface="Times New Roman"/>
            </a:rPr>
            <a:t>Improve </a:t>
          </a:r>
          <a:r>
            <a:rPr lang="en-US" sz="1700" b="1">
              <a:latin typeface="Times New Roman"/>
              <a:cs typeface="Times New Roman"/>
            </a:rPr>
            <a:t>transparency and analyst trust</a:t>
          </a:r>
          <a:endParaRPr lang="en-US" sz="1700" b="1"/>
        </a:p>
        <a:p>
          <a:pPr algn="l"/>
          <a:endParaRPr lang="en-US" sz="1600" b="0">
            <a:latin typeface="Times New Roman"/>
            <a:cs typeface="Times New Roman"/>
          </a:endParaRPr>
        </a:p>
      </dgm:t>
    </dgm:pt>
    <dgm:pt modelId="{B23E3066-CB50-4260-9CEF-2D7B64DE0AA7}" type="parTrans" cxnId="{3439740E-6BA7-48FD-99F0-C8AE2834C237}">
      <dgm:prSet/>
      <dgm:spPr/>
    </dgm:pt>
    <dgm:pt modelId="{DE6E96F1-9926-4F2E-9BEB-A9B43C3E1690}" type="sibTrans" cxnId="{3439740E-6BA7-48FD-99F0-C8AE2834C237}">
      <dgm:prSet/>
      <dgm:spPr/>
    </dgm:pt>
    <dgm:pt modelId="{EBB3C236-B736-4F58-AEDD-B151900CBCF1}">
      <dgm:prSet phldrT="[Text]" phldr="0"/>
      <dgm:spPr/>
      <dgm:t>
        <a:bodyPr/>
        <a:lstStyle/>
        <a:p>
          <a:pPr algn="l" rtl="0"/>
          <a:r>
            <a:rPr lang="en-US" sz="2400" b="1">
              <a:latin typeface="Times New Roman"/>
              <a:cs typeface="Times New Roman"/>
            </a:rPr>
            <a:t>Multilingual NLP</a:t>
          </a:r>
          <a:endParaRPr lang="en-US" sz="2400" b="0">
            <a:latin typeface="Times New Roman"/>
            <a:cs typeface="Times New Roman"/>
          </a:endParaRPr>
        </a:p>
      </dgm:t>
    </dgm:pt>
    <dgm:pt modelId="{9208393E-E3E7-4038-9391-E28806DC3F5C}" type="parTrans" cxnId="{2DDA5B9D-A885-4990-B799-BA0C4B0BF689}">
      <dgm:prSet/>
      <dgm:spPr/>
    </dgm:pt>
    <dgm:pt modelId="{4765FB8F-C7E6-47EE-8084-BF80BE44260D}" type="sibTrans" cxnId="{2DDA5B9D-A885-4990-B799-BA0C4B0BF689}">
      <dgm:prSet/>
      <dgm:spPr/>
    </dgm:pt>
    <dgm:pt modelId="{5A398CA8-F4E0-46EC-A527-EB4C11BA97CA}">
      <dgm:prSet phldrT="[Text]" custT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2000" b="0">
              <a:latin typeface="Times New Roman"/>
              <a:cs typeface="Times New Roman"/>
            </a:rPr>
            <a:t>Extend the pipeline </a:t>
          </a:r>
          <a:r>
            <a:rPr lang="en-US" sz="2000" b="1">
              <a:latin typeface="Times New Roman"/>
              <a:cs typeface="Times New Roman"/>
            </a:rPr>
            <a:t>beyond English</a:t>
          </a:r>
          <a:endParaRPr lang="en-US" sz="2000" b="1"/>
        </a:p>
      </dgm:t>
    </dgm:pt>
    <dgm:pt modelId="{FAE9EE3C-624D-456C-8006-CEDD3562AA7E}" type="parTrans" cxnId="{B21A6FB5-4A98-42E0-993C-1B8EE5D6A6D0}">
      <dgm:prSet/>
      <dgm:spPr/>
    </dgm:pt>
    <dgm:pt modelId="{E48C8B3E-6942-4960-B612-5906E3285B35}" type="sibTrans" cxnId="{B21A6FB5-4A98-42E0-993C-1B8EE5D6A6D0}">
      <dgm:prSet/>
      <dgm:spPr/>
    </dgm:pt>
    <dgm:pt modelId="{2925B578-633B-4735-BDED-CA72F6DF9C7F}">
      <dgm:prSet phldrT="[Text]"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2000" b="1">
              <a:latin typeface="Times New Roman"/>
              <a:cs typeface="Times New Roman"/>
            </a:rPr>
            <a:t>Capture region-specific veterinary and environmental reports</a:t>
          </a:r>
          <a:endParaRPr lang="en-US" sz="2000" b="1"/>
        </a:p>
      </dgm:t>
    </dgm:pt>
    <dgm:pt modelId="{50891791-8D1A-4336-8F22-8D191137A3CE}" type="parTrans" cxnId="{1E596484-E209-4338-ACCD-C369B43CC3F5}">
      <dgm:prSet/>
      <dgm:spPr/>
    </dgm:pt>
    <dgm:pt modelId="{F23DB3FB-54E1-451B-9D80-4CFCC5D1BE5D}" type="sibTrans" cxnId="{1E596484-E209-4338-ACCD-C369B43CC3F5}">
      <dgm:prSet/>
      <dgm:spPr/>
    </dgm:pt>
    <dgm:pt modelId="{41C421E7-EE85-4812-9118-918A516329C3}">
      <dgm:prSet phldrT="[Text]"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2000" b="0">
              <a:latin typeface="Times New Roman"/>
              <a:cs typeface="Times New Roman"/>
            </a:rPr>
            <a:t>Improve coverage across </a:t>
          </a:r>
          <a:r>
            <a:rPr lang="en-US" sz="2000" b="1">
              <a:latin typeface="Times New Roman"/>
              <a:cs typeface="Times New Roman"/>
            </a:rPr>
            <a:t>diverse geographic regions</a:t>
          </a:r>
          <a:endParaRPr lang="en-US" sz="2000" b="1"/>
        </a:p>
      </dgm:t>
    </dgm:pt>
    <dgm:pt modelId="{C1C06CC0-DDDD-4F46-B63D-5FF11095138C}" type="parTrans" cxnId="{87F63F5A-7559-471A-B005-8BB47A75FF75}">
      <dgm:prSet/>
      <dgm:spPr/>
    </dgm:pt>
    <dgm:pt modelId="{D048F7FF-AE05-43E6-9BDA-C08A55489E98}" type="sibTrans" cxnId="{87F63F5A-7559-471A-B005-8BB47A75FF75}">
      <dgm:prSet/>
      <dgm:spPr/>
    </dgm:pt>
    <dgm:pt modelId="{D1E66F62-FE05-4414-901C-B637AF31310F}">
      <dgm:prSet phldrT="[Text]" phldr="0"/>
      <dgm:spPr/>
      <dgm:t>
        <a:bodyPr/>
        <a:lstStyle/>
        <a:p>
          <a:pPr algn="l" rtl="0"/>
          <a:r>
            <a:rPr lang="en-US" sz="2400" b="1">
              <a:latin typeface="Times New Roman"/>
              <a:cs typeface="Times New Roman"/>
            </a:rPr>
            <a:t>Real-Time Streaming</a:t>
          </a:r>
          <a:endParaRPr lang="en-US" sz="2400" b="0">
            <a:latin typeface="Times New Roman"/>
            <a:cs typeface="Times New Roman"/>
          </a:endParaRPr>
        </a:p>
      </dgm:t>
    </dgm:pt>
    <dgm:pt modelId="{79759E05-B6FD-4CFE-9775-815209C3EBC3}" type="parTrans" cxnId="{9FB83C5E-32D0-4BE4-8052-C3B9ABEBC907}">
      <dgm:prSet/>
      <dgm:spPr/>
    </dgm:pt>
    <dgm:pt modelId="{E9956AFE-3888-4388-8233-DEB0AE5C66C6}" type="sibTrans" cxnId="{9FB83C5E-32D0-4BE4-8052-C3B9ABEBC907}">
      <dgm:prSet/>
      <dgm:spPr/>
    </dgm:pt>
    <dgm:pt modelId="{ACBAEAEE-3007-4685-B3E6-26BF4DBD04A6}">
      <dgm:prSet phldrT="[Text]" phldr="0"/>
      <dgm:spPr/>
      <dgm:t>
        <a:bodyPr/>
        <a:lstStyle/>
        <a:p>
          <a:pPr algn="l" rtl="0"/>
          <a:r>
            <a:rPr lang="en-US" sz="2000" b="0">
              <a:latin typeface="Times New Roman"/>
              <a:cs typeface="Times New Roman"/>
            </a:rPr>
            <a:t>Move from batch processing to </a:t>
          </a:r>
          <a:r>
            <a:rPr lang="en-US" sz="2000" b="1">
              <a:latin typeface="Times New Roman"/>
              <a:cs typeface="Times New Roman"/>
            </a:rPr>
            <a:t>continuous data ingestion</a:t>
          </a:r>
          <a:endParaRPr lang="en-US" b="1"/>
        </a:p>
      </dgm:t>
    </dgm:pt>
    <dgm:pt modelId="{144E87CA-00B4-4AC8-B208-BF351BBD305C}" type="parTrans" cxnId="{AFFE5841-EEB4-4C26-A4B8-AE9FE3C61C31}">
      <dgm:prSet/>
      <dgm:spPr/>
    </dgm:pt>
    <dgm:pt modelId="{7E6F2EA1-6E4F-42E2-869E-D253A3CD2C5C}" type="sibTrans" cxnId="{AFFE5841-EEB4-4C26-A4B8-AE9FE3C61C31}">
      <dgm:prSet/>
      <dgm:spPr/>
    </dgm:pt>
    <dgm:pt modelId="{5542A6DD-6DC6-4027-B8DB-71637F38CE09}">
      <dgm:prSet phldrT="[Text]" phldr="0"/>
      <dgm:spPr/>
      <dgm:t>
        <a:bodyPr/>
        <a:lstStyle/>
        <a:p>
          <a:pPr algn="l" rtl="0"/>
          <a:r>
            <a:rPr lang="en-US" sz="2000" b="0">
              <a:latin typeface="Times New Roman"/>
              <a:cs typeface="Times New Roman"/>
            </a:rPr>
            <a:t>Enable </a:t>
          </a:r>
          <a:r>
            <a:rPr lang="en-US" sz="2000" b="1">
              <a:latin typeface="Times New Roman"/>
              <a:cs typeface="Times New Roman"/>
            </a:rPr>
            <a:t>near-real-time monitoring and anomaly detection</a:t>
          </a:r>
          <a:endParaRPr lang="en-US" b="1"/>
        </a:p>
      </dgm:t>
    </dgm:pt>
    <dgm:pt modelId="{11F5EB89-2E06-409D-B8F5-D7F8EC726F2D}" type="parTrans" cxnId="{CED54D86-4B85-4917-8011-97FDAF7D7FA8}">
      <dgm:prSet/>
      <dgm:spPr/>
    </dgm:pt>
    <dgm:pt modelId="{13DE2973-07B6-408E-8841-C7329D26B3A7}" type="sibTrans" cxnId="{CED54D86-4B85-4917-8011-97FDAF7D7FA8}">
      <dgm:prSet/>
      <dgm:spPr/>
    </dgm:pt>
    <dgm:pt modelId="{1E8DCB68-9CBF-49C8-87A6-459C3923D567}">
      <dgm:prSet phldrT="[Text]" phldr="0"/>
      <dgm:spPr/>
      <dgm:t>
        <a:bodyPr/>
        <a:lstStyle/>
        <a:p>
          <a:pPr algn="l" rtl="0"/>
          <a:r>
            <a:rPr lang="en-US" sz="2000" b="0">
              <a:latin typeface="Times New Roman"/>
              <a:cs typeface="Times New Roman"/>
            </a:rPr>
            <a:t>Support </a:t>
          </a:r>
          <a:r>
            <a:rPr lang="en-US" sz="2000" b="1">
              <a:latin typeface="Times New Roman"/>
              <a:cs typeface="Times New Roman"/>
            </a:rPr>
            <a:t>faster public-health alerts</a:t>
          </a:r>
          <a:endParaRPr lang="en-US" b="1"/>
        </a:p>
      </dgm:t>
    </dgm:pt>
    <dgm:pt modelId="{19111691-36F6-4E2B-B12B-9986F0898EF9}" type="parTrans" cxnId="{FC636A15-5408-493B-A21A-366AB9F4DC06}">
      <dgm:prSet/>
      <dgm:spPr/>
    </dgm:pt>
    <dgm:pt modelId="{482FE9D9-8972-4437-B4C3-07B28954CA91}" type="sibTrans" cxnId="{FC636A15-5408-493B-A21A-366AB9F4DC06}">
      <dgm:prSet/>
      <dgm:spPr/>
    </dgm:pt>
    <dgm:pt modelId="{690020DB-B39B-4A56-9991-CD6E659A73E8}">
      <dgm:prSet phldrT="[Text]" phldr="0"/>
      <dgm:spPr/>
      <dgm:t>
        <a:bodyPr/>
        <a:lstStyle/>
        <a:p>
          <a:pPr algn="l" rtl="0"/>
          <a:r>
            <a:rPr lang="en-US" sz="2400" b="1">
              <a:latin typeface="Times New Roman"/>
              <a:cs typeface="Times New Roman"/>
            </a:rPr>
            <a:t>Structured Data Integration</a:t>
          </a:r>
          <a:endParaRPr lang="en-US" sz="2400" b="0">
            <a:latin typeface="Times New Roman"/>
            <a:cs typeface="Times New Roman"/>
          </a:endParaRPr>
        </a:p>
      </dgm:t>
    </dgm:pt>
    <dgm:pt modelId="{310D4A32-BEA5-4284-9A71-0D1060DEAFC3}" type="parTrans" cxnId="{997D8FF9-B9E0-4350-ABC3-2E3D6D17F770}">
      <dgm:prSet/>
      <dgm:spPr/>
    </dgm:pt>
    <dgm:pt modelId="{A64FE82C-A859-4D7E-A6D7-1EE561F83027}" type="sibTrans" cxnId="{997D8FF9-B9E0-4350-ABC3-2E3D6D17F770}">
      <dgm:prSet/>
      <dgm:spPr/>
    </dgm:pt>
    <dgm:pt modelId="{630DC590-8BB4-428D-AEF7-F840B3291A2C}">
      <dgm:prSet phldrT="[Text]" phldr="0"/>
      <dgm:spPr/>
      <dgm:t>
        <a:bodyPr/>
        <a:lstStyle/>
        <a:p>
          <a:pPr algn="l" rtl="0"/>
          <a:r>
            <a:rPr lang="en-US" sz="2000" b="0">
              <a:latin typeface="Times New Roman"/>
              <a:cs typeface="Times New Roman"/>
            </a:rPr>
            <a:t>Combine </a:t>
          </a:r>
          <a:r>
            <a:rPr lang="en-US" sz="2000" b="1">
              <a:latin typeface="Times New Roman"/>
              <a:cs typeface="Times New Roman"/>
            </a:rPr>
            <a:t>text-derived knowledge graphs </a:t>
          </a:r>
          <a:r>
            <a:rPr lang="en-US" sz="2000" b="0">
              <a:latin typeface="Times New Roman"/>
              <a:cs typeface="Times New Roman"/>
            </a:rPr>
            <a:t>with structured surveillance data</a:t>
          </a:r>
          <a:endParaRPr lang="en-US" b="0"/>
        </a:p>
      </dgm:t>
    </dgm:pt>
    <dgm:pt modelId="{F3D5610D-6024-4A8B-992A-936E42DDC503}" type="parTrans" cxnId="{705A40D5-0EE7-446F-9279-A99F52C3674E}">
      <dgm:prSet/>
      <dgm:spPr/>
    </dgm:pt>
    <dgm:pt modelId="{F1BFAEED-09FF-41A3-BF45-D52D2C1DA6A1}" type="sibTrans" cxnId="{705A40D5-0EE7-446F-9279-A99F52C3674E}">
      <dgm:prSet/>
      <dgm:spPr/>
    </dgm:pt>
    <dgm:pt modelId="{5CAB4F98-2443-4A0C-AFA4-6E4A70EF07A2}">
      <dgm:prSet phldrT="[Text]" phldr="0"/>
      <dgm:spPr/>
      <dgm:t>
        <a:bodyPr/>
        <a:lstStyle/>
        <a:p>
          <a:pPr algn="l" rtl="0"/>
          <a:r>
            <a:rPr lang="en-US" sz="2000" b="0">
              <a:latin typeface="Times New Roman"/>
              <a:cs typeface="Times New Roman"/>
            </a:rPr>
            <a:t>Integrate sources such as </a:t>
          </a:r>
          <a:r>
            <a:rPr lang="en-US" sz="2000" b="1">
              <a:latin typeface="Times New Roman"/>
              <a:cs typeface="Times New Roman"/>
            </a:rPr>
            <a:t>WOAH/OIE databases and climate feeds</a:t>
          </a:r>
          <a:endParaRPr lang="en-US" b="1"/>
        </a:p>
      </dgm:t>
    </dgm:pt>
    <dgm:pt modelId="{5AFE6F92-2C6E-4964-9628-DC6D42EA1640}" type="parTrans" cxnId="{E6B9F174-0A8B-4E62-9A0C-8D167E804F8E}">
      <dgm:prSet/>
      <dgm:spPr/>
    </dgm:pt>
    <dgm:pt modelId="{1F2FEE8A-B927-43E5-9A72-976F7861C823}" type="sibTrans" cxnId="{E6B9F174-0A8B-4E62-9A0C-8D167E804F8E}">
      <dgm:prSet/>
      <dgm:spPr/>
    </dgm:pt>
    <dgm:pt modelId="{FF046EF1-100F-4917-BABC-4219AA8676B6}">
      <dgm:prSet phldrT="[Text]" phldr="0"/>
      <dgm:spPr/>
      <dgm:t>
        <a:bodyPr/>
        <a:lstStyle/>
        <a:p>
          <a:pPr algn="l" rtl="0"/>
          <a:r>
            <a:rPr lang="en-US" sz="2000" b="0">
              <a:latin typeface="Times New Roman"/>
              <a:cs typeface="Times New Roman"/>
            </a:rPr>
            <a:t>Enable richer, </a:t>
          </a:r>
          <a:r>
            <a:rPr lang="en-US" sz="2000" b="1">
              <a:latin typeface="Times New Roman"/>
              <a:cs typeface="Times New Roman"/>
            </a:rPr>
            <a:t>hybrid risk detection</a:t>
          </a:r>
          <a:endParaRPr lang="en-US" b="1"/>
        </a:p>
      </dgm:t>
    </dgm:pt>
    <dgm:pt modelId="{2BC6F80F-DFB3-40CC-8FA5-3EED545D136E}" type="parTrans" cxnId="{50FA2998-9C20-484C-B82F-659C076DFC07}">
      <dgm:prSet/>
      <dgm:spPr/>
    </dgm:pt>
    <dgm:pt modelId="{F495AB97-1D87-4A39-9FD1-349C4206378C}" type="sibTrans" cxnId="{50FA2998-9C20-484C-B82F-659C076DFC07}">
      <dgm:prSet/>
      <dgm:spPr/>
    </dgm:pt>
    <dgm:pt modelId="{467A8E20-E031-465F-A608-FB211016AEE8}">
      <dgm:prSet phldrT="[Text]" phldr="0"/>
      <dgm:spPr/>
      <dgm:t>
        <a:bodyPr/>
        <a:lstStyle/>
        <a:p>
          <a:pPr algn="l" rtl="0"/>
          <a:r>
            <a:rPr lang="en-US" sz="2400" b="1">
              <a:latin typeface="Times New Roman"/>
              <a:cs typeface="Times New Roman"/>
            </a:rPr>
            <a:t>Autonomous Multi-Agent Verification</a:t>
          </a:r>
          <a:endParaRPr lang="en-US" sz="2400" b="0">
            <a:latin typeface="Times New Roman"/>
            <a:cs typeface="Times New Roman"/>
          </a:endParaRPr>
        </a:p>
      </dgm:t>
    </dgm:pt>
    <dgm:pt modelId="{39F254FF-0E34-4C50-B2D3-05B55EED17CC}" type="parTrans" cxnId="{4D1A27A6-4883-48D6-9036-6A04F41C7AE7}">
      <dgm:prSet/>
      <dgm:spPr/>
    </dgm:pt>
    <dgm:pt modelId="{F74EB452-46A6-4D4D-A21C-294B879B00E5}" type="sibTrans" cxnId="{4D1A27A6-4883-48D6-9036-6A04F41C7AE7}">
      <dgm:prSet/>
      <dgm:spPr/>
    </dgm:pt>
    <dgm:pt modelId="{3F9FCD9A-41E9-448F-8E0C-A3E3D78A8BC6}">
      <dgm:prSet phldrT="[Text]" phldr="0"/>
      <dgm:spPr/>
      <dgm:t>
        <a:bodyPr/>
        <a:lstStyle/>
        <a:p>
          <a:pPr algn="l" rtl="0"/>
          <a:r>
            <a:rPr lang="en-US" sz="2000" b="0">
              <a:latin typeface="Times New Roman"/>
              <a:cs typeface="Times New Roman"/>
            </a:rPr>
            <a:t>Deploy </a:t>
          </a:r>
          <a:r>
            <a:rPr lang="en-US" sz="2000" b="1">
              <a:latin typeface="Times New Roman"/>
              <a:cs typeface="Times New Roman"/>
            </a:rPr>
            <a:t>specialized AI agents </a:t>
          </a:r>
          <a:r>
            <a:rPr lang="en-US" sz="2000" b="0">
              <a:latin typeface="Times New Roman"/>
              <a:cs typeface="Times New Roman"/>
            </a:rPr>
            <a:t>for independent fact verification</a:t>
          </a:r>
          <a:endParaRPr lang="en-US"/>
        </a:p>
      </dgm:t>
    </dgm:pt>
    <dgm:pt modelId="{4FA97D1D-A647-4EEB-BA2D-BCE454CB11CC}" type="parTrans" cxnId="{6F7BA940-22AD-48F7-A7BC-95781EC2D534}">
      <dgm:prSet/>
      <dgm:spPr/>
    </dgm:pt>
    <dgm:pt modelId="{151CAEE0-5DB9-4484-85A7-46CA98B746A5}" type="sibTrans" cxnId="{6F7BA940-22AD-48F7-A7BC-95781EC2D534}">
      <dgm:prSet/>
      <dgm:spPr/>
    </dgm:pt>
    <dgm:pt modelId="{CBA69E3C-95C4-491C-83DA-C4D8B0387738}">
      <dgm:prSet phldrT="[Text]" phldr="0"/>
      <dgm:spPr/>
      <dgm:t>
        <a:bodyPr/>
        <a:lstStyle/>
        <a:p>
          <a:pPr algn="l" rtl="0"/>
          <a:r>
            <a:rPr lang="en-US" sz="2000" b="0">
              <a:latin typeface="Times New Roman"/>
              <a:cs typeface="Times New Roman"/>
            </a:rPr>
            <a:t>Cross-check </a:t>
          </a:r>
          <a:r>
            <a:rPr lang="en-US" sz="2000" b="1">
              <a:latin typeface="Times New Roman"/>
              <a:cs typeface="Times New Roman"/>
            </a:rPr>
            <a:t>low-confidence social and journalistic signals</a:t>
          </a:r>
          <a:endParaRPr lang="en-US" b="1"/>
        </a:p>
      </dgm:t>
    </dgm:pt>
    <dgm:pt modelId="{B8E455A8-68F3-497F-8869-8DF9144869EC}" type="parTrans" cxnId="{2F24D88D-7932-4940-8F80-5C9E57CD534A}">
      <dgm:prSet/>
      <dgm:spPr/>
    </dgm:pt>
    <dgm:pt modelId="{876D6B34-2671-4468-BE40-EECA77E9A362}" type="sibTrans" cxnId="{2F24D88D-7932-4940-8F80-5C9E57CD534A}">
      <dgm:prSet/>
      <dgm:spPr/>
    </dgm:pt>
    <dgm:pt modelId="{B2C93349-2742-4316-A056-8C41A38BB323}">
      <dgm:prSet phldrT="[Text]" phldr="0"/>
      <dgm:spPr/>
      <dgm:t>
        <a:bodyPr/>
        <a:lstStyle/>
        <a:p>
          <a:pPr algn="l" rtl="0"/>
          <a:r>
            <a:rPr lang="en-US" sz="2000" b="0">
              <a:latin typeface="Times New Roman"/>
              <a:cs typeface="Times New Roman"/>
            </a:rPr>
            <a:t>Validate leads against </a:t>
          </a:r>
          <a:r>
            <a:rPr lang="en-US" sz="2000" b="1">
              <a:latin typeface="Times New Roman"/>
              <a:cs typeface="Times New Roman"/>
            </a:rPr>
            <a:t>scientific literature before alerts</a:t>
          </a:r>
          <a:endParaRPr lang="en-US" b="1"/>
        </a:p>
      </dgm:t>
    </dgm:pt>
    <dgm:pt modelId="{4CE0F9AA-24D8-4FE3-A816-D5BFCA43447A}" type="parTrans" cxnId="{8006A5EB-E75F-4C52-9F50-C51F936E76E7}">
      <dgm:prSet/>
      <dgm:spPr/>
    </dgm:pt>
    <dgm:pt modelId="{FE30FCFA-53EF-472A-B550-692A37C0F4B5}" type="sibTrans" cxnId="{8006A5EB-E75F-4C52-9F50-C51F936E76E7}">
      <dgm:prSet/>
      <dgm:spPr/>
    </dgm:pt>
    <dgm:pt modelId="{DFA04B66-E382-4511-91D4-23E31E2BAB38}">
      <dgm:prSet phldrT="[Text]" phldr="0" custT="1"/>
      <dgm:spPr/>
      <dgm:t>
        <a:bodyPr/>
        <a:lstStyle/>
        <a:p>
          <a:pPr algn="l" rtl="0"/>
          <a:r>
            <a:rPr lang="en-US" sz="2400" b="1">
              <a:latin typeface="Times New Roman"/>
              <a:cs typeface="Times New Roman"/>
            </a:rPr>
            <a:t>Explainable Detection</a:t>
          </a:r>
          <a:endParaRPr lang="en-US" sz="2400">
            <a:latin typeface="Times New Roman"/>
            <a:cs typeface="Times New Roman"/>
          </a:endParaRPr>
        </a:p>
      </dgm:t>
    </dgm:pt>
    <dgm:pt modelId="{99A8E2DF-CEF2-4472-B37B-E9F9773926A3}" type="parTrans" cxnId="{DD86C6C1-AF9E-464E-BF9D-8FE9D424AF9B}">
      <dgm:prSet/>
      <dgm:spPr/>
    </dgm:pt>
    <dgm:pt modelId="{DC38E9A4-93EB-48BA-95C2-2866F7DA17E6}" type="sibTrans" cxnId="{DD86C6C1-AF9E-464E-BF9D-8FE9D424AF9B}">
      <dgm:prSet/>
      <dgm:spPr/>
    </dgm:pt>
    <dgm:pt modelId="{1CAA8DB2-C60D-4DF5-912E-B9666AEB2753}">
      <dgm:prSet phldrT="[Text]" phldr="0" custT="1"/>
      <dgm:spPr/>
      <dgm:t>
        <a:bodyPr/>
        <a:lstStyle/>
        <a:p>
          <a:pPr algn="l" rtl="0"/>
          <a:r>
            <a:rPr lang="en-US" sz="1700">
              <a:latin typeface="Times New Roman"/>
              <a:cs typeface="Times New Roman"/>
            </a:rPr>
            <a:t>Generate a </a:t>
          </a:r>
          <a:r>
            <a:rPr lang="en-US" sz="1700" b="1">
              <a:latin typeface="Times New Roman"/>
              <a:cs typeface="Times New Roman"/>
            </a:rPr>
            <a:t>human-readable rationales </a:t>
          </a:r>
          <a:r>
            <a:rPr lang="en-US" sz="1700">
              <a:latin typeface="Times New Roman"/>
              <a:cs typeface="Times New Roman"/>
            </a:rPr>
            <a:t>for every flagged anomaly</a:t>
          </a:r>
        </a:p>
      </dgm:t>
    </dgm:pt>
    <dgm:pt modelId="{CC34D959-EC0E-4213-8577-15A61D118BF1}" type="parTrans" cxnId="{C3781EB6-C2BD-4B42-B018-ACC06A8D8FD2}">
      <dgm:prSet/>
      <dgm:spPr/>
    </dgm:pt>
    <dgm:pt modelId="{3F27A1A7-160F-4693-A315-04F70884D29C}" type="sibTrans" cxnId="{C3781EB6-C2BD-4B42-B018-ACC06A8D8FD2}">
      <dgm:prSet/>
      <dgm:spPr/>
    </dgm:pt>
    <dgm:pt modelId="{131F8EBA-96DF-4F1A-A796-CB5FF80C3EDE}">
      <dgm:prSet phldrT="[Text]" phldr="0"/>
      <dgm:spPr/>
      <dgm:t>
        <a:bodyPr/>
        <a:lstStyle/>
        <a:p>
          <a:pPr algn="l" rtl="0"/>
          <a:r>
            <a:rPr lang="en-US" sz="1700">
              <a:latin typeface="Times New Roman"/>
              <a:cs typeface="Times New Roman"/>
            </a:rPr>
            <a:t>Trace alerts back to relevant </a:t>
          </a:r>
          <a:r>
            <a:rPr lang="en-US" sz="1700" b="1">
              <a:latin typeface="Times New Roman"/>
              <a:cs typeface="Times New Roman"/>
            </a:rPr>
            <a:t>documents, entities, and relationships</a:t>
          </a:r>
          <a:endParaRPr lang="en-US" sz="1700" b="1"/>
        </a:p>
      </dgm:t>
    </dgm:pt>
    <dgm:pt modelId="{ABFA428C-E2B5-4D3A-9A09-D2F6474EB014}" type="parTrans" cxnId="{33D8C25E-8352-4EBD-83E4-6421C736DA43}">
      <dgm:prSet/>
      <dgm:spPr/>
    </dgm:pt>
    <dgm:pt modelId="{BFB1A0C9-E3C5-4923-A0E1-777B9511CF7C}" type="sibTrans" cxnId="{33D8C25E-8352-4EBD-83E4-6421C736DA43}">
      <dgm:prSet/>
      <dgm:spPr/>
    </dgm:pt>
    <dgm:pt modelId="{D63120D0-F8DB-4BA8-A930-E321366B062F}">
      <dgm:prSet phldrT="[Text]" phldr="0"/>
      <dgm:spPr/>
      <dgm:t>
        <a:bodyPr/>
        <a:lstStyle/>
        <a:p>
          <a:pPr algn="l">
            <a:lnSpc>
              <a:spcPct val="100000"/>
            </a:lnSpc>
          </a:pPr>
          <a:endParaRPr lang="en-US" sz="2000" b="1">
            <a:latin typeface="Times New Roman"/>
            <a:cs typeface="Times New Roman"/>
          </a:endParaRPr>
        </a:p>
      </dgm:t>
    </dgm:pt>
    <dgm:pt modelId="{4CC310D7-989C-4EFD-9CAB-6B4B1B649916}" type="parTrans" cxnId="{5132987F-77ED-44B7-8562-9325BFF4FFA1}">
      <dgm:prSet/>
      <dgm:spPr/>
    </dgm:pt>
    <dgm:pt modelId="{A0E6A328-92AC-4B33-9AF3-9FBD1E768E83}" type="sibTrans" cxnId="{5132987F-77ED-44B7-8562-9325BFF4FFA1}">
      <dgm:prSet/>
      <dgm:spPr/>
    </dgm:pt>
    <dgm:pt modelId="{862F6C95-8867-466A-A489-4A93B5309F02}">
      <dgm:prSet phldrT="[Text]" phldr="0"/>
      <dgm:spPr/>
      <dgm:t>
        <a:bodyPr/>
        <a:lstStyle/>
        <a:p>
          <a:pPr algn="l">
            <a:lnSpc>
              <a:spcPct val="100000"/>
            </a:lnSpc>
          </a:pPr>
          <a:endParaRPr lang="en-US" sz="2000" b="1">
            <a:latin typeface="Times New Roman"/>
            <a:cs typeface="Times New Roman"/>
          </a:endParaRPr>
        </a:p>
      </dgm:t>
    </dgm:pt>
    <dgm:pt modelId="{A08D67DD-C602-44CB-9C52-35B20EE7E114}" type="parTrans" cxnId="{3F029D90-0685-4E2D-8C3E-0D718E841A4A}">
      <dgm:prSet/>
      <dgm:spPr/>
    </dgm:pt>
    <dgm:pt modelId="{85699CE9-5354-4DE5-9A2D-80C91F3C5471}" type="sibTrans" cxnId="{3F029D90-0685-4E2D-8C3E-0D718E841A4A}">
      <dgm:prSet/>
      <dgm:spPr/>
    </dgm:pt>
    <dgm:pt modelId="{58903DA2-B691-429F-BEAA-DA2A1AFB9ACD}">
      <dgm:prSet phldrT="[Text]" phldr="0"/>
      <dgm:spPr/>
      <dgm:t>
        <a:bodyPr/>
        <a:lstStyle/>
        <a:p>
          <a:pPr algn="l"/>
          <a:endParaRPr lang="en-US" sz="2000" b="1">
            <a:latin typeface="Times New Roman"/>
            <a:cs typeface="Times New Roman"/>
          </a:endParaRPr>
        </a:p>
      </dgm:t>
    </dgm:pt>
    <dgm:pt modelId="{377404C9-6C7F-43F7-8105-B6CA63BFCFF6}" type="parTrans" cxnId="{39298C6C-5C59-420D-A413-5EDB2AD09E13}">
      <dgm:prSet/>
      <dgm:spPr/>
    </dgm:pt>
    <dgm:pt modelId="{B97060AB-05D6-48E1-9BD1-F04D7BA8AA4C}" type="sibTrans" cxnId="{39298C6C-5C59-420D-A413-5EDB2AD09E13}">
      <dgm:prSet/>
      <dgm:spPr/>
    </dgm:pt>
    <dgm:pt modelId="{9F07DCDC-CBCF-48F8-A033-A2E19EEFB4DD}">
      <dgm:prSet phldrT="[Text]" phldr="0"/>
      <dgm:spPr/>
      <dgm:t>
        <a:bodyPr/>
        <a:lstStyle/>
        <a:p>
          <a:pPr algn="l"/>
          <a:endParaRPr lang="en-US" sz="2000" b="1">
            <a:latin typeface="Times New Roman"/>
            <a:cs typeface="Times New Roman"/>
          </a:endParaRPr>
        </a:p>
      </dgm:t>
    </dgm:pt>
    <dgm:pt modelId="{3073CC03-C72B-4E98-80AC-071BEDC12579}" type="parTrans" cxnId="{E4B0AE75-501F-4FBF-8EC9-1E47D56B34BF}">
      <dgm:prSet/>
      <dgm:spPr/>
    </dgm:pt>
    <dgm:pt modelId="{D87A3018-7C39-4E00-8042-45B6E1D19CB2}" type="sibTrans" cxnId="{E4B0AE75-501F-4FBF-8EC9-1E47D56B34BF}">
      <dgm:prSet/>
      <dgm:spPr/>
    </dgm:pt>
    <dgm:pt modelId="{EBC58A66-BDB1-48BD-9A15-FA771A2D4A82}">
      <dgm:prSet phldrT="[Text]" phldr="0"/>
      <dgm:spPr/>
      <dgm:t>
        <a:bodyPr/>
        <a:lstStyle/>
        <a:p>
          <a:pPr algn="l"/>
          <a:endParaRPr lang="en-US" sz="2000" b="0">
            <a:latin typeface="Times New Roman"/>
            <a:cs typeface="Times New Roman"/>
          </a:endParaRPr>
        </a:p>
      </dgm:t>
    </dgm:pt>
    <dgm:pt modelId="{096B274F-35FE-4975-98C4-7E176BBFFDD2}" type="parTrans" cxnId="{C0D5D0D9-CD6A-4DF4-95C3-B97609102D78}">
      <dgm:prSet/>
      <dgm:spPr/>
    </dgm:pt>
    <dgm:pt modelId="{B1C762F6-F1B4-4E15-B297-496678ECC1FC}" type="sibTrans" cxnId="{C0D5D0D9-CD6A-4DF4-95C3-B97609102D78}">
      <dgm:prSet/>
      <dgm:spPr/>
    </dgm:pt>
    <dgm:pt modelId="{D890FBA4-1E45-48BB-A2A0-67484C29CD2E}">
      <dgm:prSet phldrT="[Text]" phldr="0"/>
      <dgm:spPr/>
      <dgm:t>
        <a:bodyPr/>
        <a:lstStyle/>
        <a:p>
          <a:pPr algn="l"/>
          <a:endParaRPr lang="en-US" sz="2000" b="1">
            <a:latin typeface="Times New Roman"/>
            <a:cs typeface="Times New Roman"/>
          </a:endParaRPr>
        </a:p>
      </dgm:t>
    </dgm:pt>
    <dgm:pt modelId="{72715423-EFA1-47F6-88EA-17729E27FF2B}" type="parTrans" cxnId="{A2C8F87C-07BB-4D33-A0A2-6350A38C5D58}">
      <dgm:prSet/>
      <dgm:spPr/>
    </dgm:pt>
    <dgm:pt modelId="{3B0353E2-381C-4AE2-8606-28FFAA9FA2A9}" type="sibTrans" cxnId="{A2C8F87C-07BB-4D33-A0A2-6350A38C5D58}">
      <dgm:prSet/>
      <dgm:spPr/>
    </dgm:pt>
    <dgm:pt modelId="{44BB59C2-1018-4D60-A727-41C2006390FE}">
      <dgm:prSet phldrT="[Text]" phldr="0"/>
      <dgm:spPr/>
      <dgm:t>
        <a:bodyPr/>
        <a:lstStyle/>
        <a:p>
          <a:pPr algn="l"/>
          <a:endParaRPr lang="en-US" sz="2000" b="0">
            <a:latin typeface="Times New Roman"/>
            <a:cs typeface="Times New Roman"/>
          </a:endParaRPr>
        </a:p>
      </dgm:t>
    </dgm:pt>
    <dgm:pt modelId="{75CC83F3-8137-4ABA-B3E6-EF742869D9F2}" type="parTrans" cxnId="{656C9014-B41A-4B18-9279-53A70C4E7D06}">
      <dgm:prSet/>
      <dgm:spPr/>
    </dgm:pt>
    <dgm:pt modelId="{1D8388DF-51BA-465C-AE7C-C4897A805A78}" type="sibTrans" cxnId="{656C9014-B41A-4B18-9279-53A70C4E7D06}">
      <dgm:prSet/>
      <dgm:spPr/>
    </dgm:pt>
    <dgm:pt modelId="{F9556213-4709-4FF7-8E98-7FD1219F32DD}">
      <dgm:prSet phldrT="[Text]" phldr="0"/>
      <dgm:spPr/>
      <dgm:t>
        <a:bodyPr/>
        <a:lstStyle/>
        <a:p>
          <a:pPr algn="l"/>
          <a:endParaRPr lang="en-US" sz="2000" b="1">
            <a:latin typeface="Times New Roman"/>
            <a:cs typeface="Times New Roman"/>
          </a:endParaRPr>
        </a:p>
      </dgm:t>
    </dgm:pt>
    <dgm:pt modelId="{6EEA1A35-34C3-4BAE-AF0E-7E41D5C41CFD}" type="parTrans" cxnId="{C60655A9-D8B6-40EF-B7CE-4D1BD48B68AB}">
      <dgm:prSet/>
      <dgm:spPr/>
    </dgm:pt>
    <dgm:pt modelId="{F855756B-8A11-4ED8-A944-BAC443EAAFB5}" type="sibTrans" cxnId="{C60655A9-D8B6-40EF-B7CE-4D1BD48B68AB}">
      <dgm:prSet/>
      <dgm:spPr/>
    </dgm:pt>
    <dgm:pt modelId="{DC3FF89A-83D1-4416-B47F-E7677255270F}">
      <dgm:prSet phldrT="[Text]" phldr="0"/>
      <dgm:spPr/>
      <dgm:t>
        <a:bodyPr/>
        <a:lstStyle/>
        <a:p>
          <a:pPr algn="l"/>
          <a:endParaRPr lang="en-US" sz="1700">
            <a:latin typeface="Times New Roman"/>
            <a:cs typeface="Times New Roman"/>
          </a:endParaRPr>
        </a:p>
      </dgm:t>
    </dgm:pt>
    <dgm:pt modelId="{8A716C61-4BA5-4BC7-8A8F-23465649D61E}" type="parTrans" cxnId="{4F653831-078C-4E0B-B391-DD0CE0FF3449}">
      <dgm:prSet/>
      <dgm:spPr/>
    </dgm:pt>
    <dgm:pt modelId="{70AE9BA2-BB0C-4A59-BF77-82BACC0F1CF2}" type="sibTrans" cxnId="{4F653831-078C-4E0B-B391-DD0CE0FF3449}">
      <dgm:prSet/>
      <dgm:spPr/>
    </dgm:pt>
    <dgm:pt modelId="{1988E4DB-3F8D-4FAE-A272-73F3AD481188}">
      <dgm:prSet phldrT="[Text]" phldr="0"/>
      <dgm:spPr/>
      <dgm:t>
        <a:bodyPr/>
        <a:lstStyle/>
        <a:p>
          <a:pPr algn="l"/>
          <a:endParaRPr lang="en-US" sz="1700" b="1">
            <a:latin typeface="Times New Roman"/>
            <a:cs typeface="Times New Roman"/>
          </a:endParaRPr>
        </a:p>
      </dgm:t>
    </dgm:pt>
    <dgm:pt modelId="{0C90367A-8CDE-4535-9F7B-1FA40E954590}" type="parTrans" cxnId="{E0438F4E-4E9E-4B60-958A-C48AD02B7BB8}">
      <dgm:prSet/>
      <dgm:spPr/>
    </dgm:pt>
    <dgm:pt modelId="{5B790932-317B-4423-A026-805CF4C5AEFF}" type="sibTrans" cxnId="{E0438F4E-4E9E-4B60-958A-C48AD02B7BB8}">
      <dgm:prSet/>
      <dgm:spPr/>
    </dgm:pt>
    <dgm:pt modelId="{2EF18D72-B506-4DDE-A1A1-722D8D373B23}" type="pres">
      <dgm:prSet presAssocID="{4308DFD9-895C-4D76-B8B9-ED3590D86F46}" presName="Name0" presStyleCnt="0">
        <dgm:presLayoutVars>
          <dgm:dir/>
          <dgm:animLvl val="lvl"/>
          <dgm:resizeHandles val="exact"/>
        </dgm:presLayoutVars>
      </dgm:prSet>
      <dgm:spPr/>
    </dgm:pt>
    <dgm:pt modelId="{99B09F75-02B4-477C-9D9B-134AE523C3B7}" type="pres">
      <dgm:prSet presAssocID="{EBB3C236-B736-4F58-AEDD-B151900CBCF1}" presName="composite" presStyleCnt="0"/>
      <dgm:spPr/>
    </dgm:pt>
    <dgm:pt modelId="{79C82629-AC85-4EAA-827A-C062E4ED5FC1}" type="pres">
      <dgm:prSet presAssocID="{EBB3C236-B736-4F58-AEDD-B151900CBCF1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526E7BCC-EFB3-4A35-954D-14493B97FE0F}" type="pres">
      <dgm:prSet presAssocID="{EBB3C236-B736-4F58-AEDD-B151900CBCF1}" presName="desTx" presStyleLbl="alignAccFollowNode1" presStyleIdx="0" presStyleCnt="5">
        <dgm:presLayoutVars>
          <dgm:bulletEnabled val="1"/>
        </dgm:presLayoutVars>
      </dgm:prSet>
      <dgm:spPr/>
    </dgm:pt>
    <dgm:pt modelId="{97FD65EA-BF9D-4766-A9FD-670501498F60}" type="pres">
      <dgm:prSet presAssocID="{4765FB8F-C7E6-47EE-8084-BF80BE44260D}" presName="space" presStyleCnt="0"/>
      <dgm:spPr/>
    </dgm:pt>
    <dgm:pt modelId="{F4B2290B-1424-4940-BC54-F0E1CF63BDC9}" type="pres">
      <dgm:prSet presAssocID="{D1E66F62-FE05-4414-901C-B637AF31310F}" presName="composite" presStyleCnt="0"/>
      <dgm:spPr/>
    </dgm:pt>
    <dgm:pt modelId="{9D853B6E-EAFF-4194-9D4B-876189FA232F}" type="pres">
      <dgm:prSet presAssocID="{D1E66F62-FE05-4414-901C-B637AF31310F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25893E6A-286D-4AE4-A92E-E0347AE4BA7B}" type="pres">
      <dgm:prSet presAssocID="{D1E66F62-FE05-4414-901C-B637AF31310F}" presName="desTx" presStyleLbl="alignAccFollowNode1" presStyleIdx="1" presStyleCnt="5">
        <dgm:presLayoutVars>
          <dgm:bulletEnabled val="1"/>
        </dgm:presLayoutVars>
      </dgm:prSet>
      <dgm:spPr/>
    </dgm:pt>
    <dgm:pt modelId="{63009BE1-4C4A-41F1-AC35-E25759463626}" type="pres">
      <dgm:prSet presAssocID="{E9956AFE-3888-4388-8233-DEB0AE5C66C6}" presName="space" presStyleCnt="0"/>
      <dgm:spPr/>
    </dgm:pt>
    <dgm:pt modelId="{FE269E55-E862-459F-AD6B-521459CB3306}" type="pres">
      <dgm:prSet presAssocID="{690020DB-B39B-4A56-9991-CD6E659A73E8}" presName="composite" presStyleCnt="0"/>
      <dgm:spPr/>
    </dgm:pt>
    <dgm:pt modelId="{F1BCF02F-053D-41B2-9BDB-A7CC05BDA1BC}" type="pres">
      <dgm:prSet presAssocID="{690020DB-B39B-4A56-9991-CD6E659A73E8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73DC56AB-92B7-4737-8480-B858E1928121}" type="pres">
      <dgm:prSet presAssocID="{690020DB-B39B-4A56-9991-CD6E659A73E8}" presName="desTx" presStyleLbl="alignAccFollowNode1" presStyleIdx="2" presStyleCnt="5">
        <dgm:presLayoutVars>
          <dgm:bulletEnabled val="1"/>
        </dgm:presLayoutVars>
      </dgm:prSet>
      <dgm:spPr/>
    </dgm:pt>
    <dgm:pt modelId="{A2CE4871-B2F2-4BE6-8745-026E65F7C6AA}" type="pres">
      <dgm:prSet presAssocID="{A64FE82C-A859-4D7E-A6D7-1EE561F83027}" presName="space" presStyleCnt="0"/>
      <dgm:spPr/>
    </dgm:pt>
    <dgm:pt modelId="{9C528AD3-801C-4F69-9D46-5EDBA88518AD}" type="pres">
      <dgm:prSet presAssocID="{467A8E20-E031-465F-A608-FB211016AEE8}" presName="composite" presStyleCnt="0"/>
      <dgm:spPr/>
    </dgm:pt>
    <dgm:pt modelId="{99208B24-722D-4958-9EC2-7EAE5E7D03D5}" type="pres">
      <dgm:prSet presAssocID="{467A8E20-E031-465F-A608-FB211016AEE8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4212CA97-C670-439E-B97D-AC5DDAC6C451}" type="pres">
      <dgm:prSet presAssocID="{467A8E20-E031-465F-A608-FB211016AEE8}" presName="desTx" presStyleLbl="alignAccFollowNode1" presStyleIdx="3" presStyleCnt="5">
        <dgm:presLayoutVars>
          <dgm:bulletEnabled val="1"/>
        </dgm:presLayoutVars>
      </dgm:prSet>
      <dgm:spPr/>
    </dgm:pt>
    <dgm:pt modelId="{E06872C0-147C-4935-ABE9-8A8A8ADD2876}" type="pres">
      <dgm:prSet presAssocID="{F74EB452-46A6-4D4D-A21C-294B879B00E5}" presName="space" presStyleCnt="0"/>
      <dgm:spPr/>
    </dgm:pt>
    <dgm:pt modelId="{2B692D00-E7B0-4A7A-8361-7FBB9CFA9A53}" type="pres">
      <dgm:prSet presAssocID="{DFA04B66-E382-4511-91D4-23E31E2BAB38}" presName="composite" presStyleCnt="0"/>
      <dgm:spPr/>
    </dgm:pt>
    <dgm:pt modelId="{61D1A6B4-ACDF-4139-AE07-31EA4AECE1CB}" type="pres">
      <dgm:prSet presAssocID="{DFA04B66-E382-4511-91D4-23E31E2BAB38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74CC4CD2-2597-456D-8CA5-A34CD4398B89}" type="pres">
      <dgm:prSet presAssocID="{DFA04B66-E382-4511-91D4-23E31E2BAB38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951CBA0C-8248-4908-BEF7-B18F549BE73A}" type="presOf" srcId="{F9556213-4709-4FF7-8E98-7FD1219F32DD}" destId="{4212CA97-C670-439E-B97D-AC5DDAC6C451}" srcOrd="0" destOrd="3" presId="urn:microsoft.com/office/officeart/2005/8/layout/hList1"/>
    <dgm:cxn modelId="{3439740E-6BA7-48FD-99F0-C8AE2834C237}" srcId="{DFA04B66-E382-4511-91D4-23E31E2BAB38}" destId="{46BDC2D0-AE19-44E1-958E-90A00A78FF49}" srcOrd="4" destOrd="0" parTransId="{B23E3066-CB50-4260-9CEF-2D7B64DE0AA7}" sibTransId="{DE6E96F1-9926-4F2E-9BEB-A9B43C3E1690}"/>
    <dgm:cxn modelId="{656C9014-B41A-4B18-9279-53A70C4E7D06}" srcId="{467A8E20-E031-465F-A608-FB211016AEE8}" destId="{44BB59C2-1018-4D60-A727-41C2006390FE}" srcOrd="1" destOrd="0" parTransId="{75CC83F3-8137-4ABA-B3E6-EF742869D9F2}" sibTransId="{1D8388DF-51BA-465C-AE7C-C4897A805A78}"/>
    <dgm:cxn modelId="{FC636A15-5408-493B-A21A-366AB9F4DC06}" srcId="{D1E66F62-FE05-4414-901C-B637AF31310F}" destId="{1E8DCB68-9CBF-49C8-87A6-459C3923D567}" srcOrd="4" destOrd="0" parTransId="{19111691-36F6-4E2B-B12B-9986F0898EF9}" sibTransId="{482FE9D9-8972-4437-B4C3-07B28954CA91}"/>
    <dgm:cxn modelId="{3B4CF526-EB0F-415D-A4C8-AA57D2FC7966}" type="presOf" srcId="{EBB3C236-B736-4F58-AEDD-B151900CBCF1}" destId="{79C82629-AC85-4EAA-827A-C062E4ED5FC1}" srcOrd="0" destOrd="0" presId="urn:microsoft.com/office/officeart/2005/8/layout/hList1"/>
    <dgm:cxn modelId="{4F653831-078C-4E0B-B391-DD0CE0FF3449}" srcId="{DFA04B66-E382-4511-91D4-23E31E2BAB38}" destId="{DC3FF89A-83D1-4416-B47F-E7677255270F}" srcOrd="1" destOrd="0" parTransId="{8A716C61-4BA5-4BC7-8A8F-23465649D61E}" sibTransId="{70AE9BA2-BB0C-4A59-BF77-82BACC0F1CF2}"/>
    <dgm:cxn modelId="{6F7BA940-22AD-48F7-A7BC-95781EC2D534}" srcId="{467A8E20-E031-465F-A608-FB211016AEE8}" destId="{3F9FCD9A-41E9-448F-8E0C-A3E3D78A8BC6}" srcOrd="0" destOrd="0" parTransId="{4FA97D1D-A647-4EEB-BA2D-BCE454CB11CC}" sibTransId="{151CAEE0-5DB9-4484-85A7-46CA98B746A5}"/>
    <dgm:cxn modelId="{9FB83C5E-32D0-4BE4-8052-C3B9ABEBC907}" srcId="{4308DFD9-895C-4D76-B8B9-ED3590D86F46}" destId="{D1E66F62-FE05-4414-901C-B637AF31310F}" srcOrd="1" destOrd="0" parTransId="{79759E05-B6FD-4CFE-9775-815209C3EBC3}" sibTransId="{E9956AFE-3888-4388-8233-DEB0AE5C66C6}"/>
    <dgm:cxn modelId="{33D8C25E-8352-4EBD-83E4-6421C736DA43}" srcId="{DFA04B66-E382-4511-91D4-23E31E2BAB38}" destId="{131F8EBA-96DF-4F1A-A796-CB5FF80C3EDE}" srcOrd="2" destOrd="0" parTransId="{ABFA428C-E2B5-4D3A-9A09-D2F6474EB014}" sibTransId="{BFB1A0C9-E3C5-4923-A0E1-777B9511CF7C}"/>
    <dgm:cxn modelId="{79F15561-ECAA-4D96-86ED-66C544395409}" type="presOf" srcId="{3F9FCD9A-41E9-448F-8E0C-A3E3D78A8BC6}" destId="{4212CA97-C670-439E-B97D-AC5DDAC6C451}" srcOrd="0" destOrd="0" presId="urn:microsoft.com/office/officeart/2005/8/layout/hList1"/>
    <dgm:cxn modelId="{AFFE5841-EEB4-4C26-A4B8-AE9FE3C61C31}" srcId="{D1E66F62-FE05-4414-901C-B637AF31310F}" destId="{ACBAEAEE-3007-4685-B3E6-26BF4DBD04A6}" srcOrd="0" destOrd="0" parTransId="{144E87CA-00B4-4AC8-B208-BF351BBD305C}" sibTransId="{7E6F2EA1-6E4F-42E2-869E-D253A3CD2C5C}"/>
    <dgm:cxn modelId="{A92A1744-8D9E-47EA-BA00-427A6AB4644E}" type="presOf" srcId="{2925B578-633B-4735-BDED-CA72F6DF9C7F}" destId="{526E7BCC-EFB3-4A35-954D-14493B97FE0F}" srcOrd="0" destOrd="2" presId="urn:microsoft.com/office/officeart/2005/8/layout/hList1"/>
    <dgm:cxn modelId="{6C8BAA64-1D21-40E7-A09A-DAFAF3D0A16C}" type="presOf" srcId="{CBA69E3C-95C4-491C-83DA-C4D8B0387738}" destId="{4212CA97-C670-439E-B97D-AC5DDAC6C451}" srcOrd="0" destOrd="2" presId="urn:microsoft.com/office/officeart/2005/8/layout/hList1"/>
    <dgm:cxn modelId="{CAE08847-E13E-4B06-9E72-C1456ECBE99A}" type="presOf" srcId="{DFA04B66-E382-4511-91D4-23E31E2BAB38}" destId="{61D1A6B4-ACDF-4139-AE07-31EA4AECE1CB}" srcOrd="0" destOrd="0" presId="urn:microsoft.com/office/officeart/2005/8/layout/hList1"/>
    <dgm:cxn modelId="{870F1D69-6F2A-4143-A0BC-A66F1E483A0D}" type="presOf" srcId="{EBC58A66-BDB1-48BD-9A15-FA771A2D4A82}" destId="{73DC56AB-92B7-4737-8480-B858E1928121}" srcOrd="0" destOrd="1" presId="urn:microsoft.com/office/officeart/2005/8/layout/hList1"/>
    <dgm:cxn modelId="{39298C6C-5C59-420D-A413-5EDB2AD09E13}" srcId="{D1E66F62-FE05-4414-901C-B637AF31310F}" destId="{58903DA2-B691-429F-BEAA-DA2A1AFB9ACD}" srcOrd="1" destOrd="0" parTransId="{377404C9-6C7F-43F7-8105-B6CA63BFCFF6}" sibTransId="{B97060AB-05D6-48E1-9BD1-F04D7BA8AA4C}"/>
    <dgm:cxn modelId="{E0438F4E-4E9E-4B60-958A-C48AD02B7BB8}" srcId="{DFA04B66-E382-4511-91D4-23E31E2BAB38}" destId="{1988E4DB-3F8D-4FAE-A272-73F3AD481188}" srcOrd="3" destOrd="0" parTransId="{0C90367A-8CDE-4535-9F7B-1FA40E954590}" sibTransId="{5B790932-317B-4423-A026-805CF4C5AEFF}"/>
    <dgm:cxn modelId="{7634C86E-69CB-4910-9890-62DF00DF3CA4}" type="presOf" srcId="{D890FBA4-1E45-48BB-A2A0-67484C29CD2E}" destId="{73DC56AB-92B7-4737-8480-B858E1928121}" srcOrd="0" destOrd="3" presId="urn:microsoft.com/office/officeart/2005/8/layout/hList1"/>
    <dgm:cxn modelId="{573B3F50-ABB1-4716-82BB-1F322954CCE5}" type="presOf" srcId="{1988E4DB-3F8D-4FAE-A272-73F3AD481188}" destId="{74CC4CD2-2597-456D-8CA5-A34CD4398B89}" srcOrd="0" destOrd="3" presId="urn:microsoft.com/office/officeart/2005/8/layout/hList1"/>
    <dgm:cxn modelId="{0B11EE50-9C27-4AD7-8D89-7B11B5E48F38}" type="presOf" srcId="{B2C93349-2742-4316-A056-8C41A38BB323}" destId="{4212CA97-C670-439E-B97D-AC5DDAC6C451}" srcOrd="0" destOrd="4" presId="urn:microsoft.com/office/officeart/2005/8/layout/hList1"/>
    <dgm:cxn modelId="{1C7F1B71-43F8-4CA8-99A9-1B283CAB5DDB}" type="presOf" srcId="{1CAA8DB2-C60D-4DF5-912E-B9666AEB2753}" destId="{74CC4CD2-2597-456D-8CA5-A34CD4398B89}" srcOrd="0" destOrd="0" presId="urn:microsoft.com/office/officeart/2005/8/layout/hList1"/>
    <dgm:cxn modelId="{10942551-5CA1-4664-ACF1-D2FD57B965E9}" type="presOf" srcId="{D1E66F62-FE05-4414-901C-B637AF31310F}" destId="{9D853B6E-EAFF-4194-9D4B-876189FA232F}" srcOrd="0" destOrd="0" presId="urn:microsoft.com/office/officeart/2005/8/layout/hList1"/>
    <dgm:cxn modelId="{E6B9F174-0A8B-4E62-9A0C-8D167E804F8E}" srcId="{690020DB-B39B-4A56-9991-CD6E659A73E8}" destId="{5CAB4F98-2443-4A0C-AFA4-6E4A70EF07A2}" srcOrd="2" destOrd="0" parTransId="{5AFE6F92-2C6E-4964-9628-DC6D42EA1640}" sibTransId="{1F2FEE8A-B927-43E5-9A72-976F7861C823}"/>
    <dgm:cxn modelId="{E4B0AE75-501F-4FBF-8EC9-1E47D56B34BF}" srcId="{D1E66F62-FE05-4414-901C-B637AF31310F}" destId="{9F07DCDC-CBCF-48F8-A033-A2E19EEFB4DD}" srcOrd="3" destOrd="0" parTransId="{3073CC03-C72B-4E98-80AC-071BEDC12579}" sibTransId="{D87A3018-7C39-4E00-8042-45B6E1D19CB2}"/>
    <dgm:cxn modelId="{8E89D456-5EF9-4F3B-B569-4CDA9CF6D7D7}" type="presOf" srcId="{41C421E7-EE85-4812-9118-918A516329C3}" destId="{526E7BCC-EFB3-4A35-954D-14493B97FE0F}" srcOrd="0" destOrd="4" presId="urn:microsoft.com/office/officeart/2005/8/layout/hList1"/>
    <dgm:cxn modelId="{87F63F5A-7559-471A-B005-8BB47A75FF75}" srcId="{EBB3C236-B736-4F58-AEDD-B151900CBCF1}" destId="{41C421E7-EE85-4812-9118-918A516329C3}" srcOrd="4" destOrd="0" parTransId="{C1C06CC0-DDDD-4F46-B63D-5FF11095138C}" sibTransId="{D048F7FF-AE05-43E6-9BDA-C08A55489E98}"/>
    <dgm:cxn modelId="{A2C8F87C-07BB-4D33-A0A2-6350A38C5D58}" srcId="{690020DB-B39B-4A56-9991-CD6E659A73E8}" destId="{D890FBA4-1E45-48BB-A2A0-67484C29CD2E}" srcOrd="3" destOrd="0" parTransId="{72715423-EFA1-47F6-88EA-17729E27FF2B}" sibTransId="{3B0353E2-381C-4AE2-8606-28FFAA9FA2A9}"/>
    <dgm:cxn modelId="{5132987F-77ED-44B7-8562-9325BFF4FFA1}" srcId="{EBB3C236-B736-4F58-AEDD-B151900CBCF1}" destId="{D63120D0-F8DB-4BA8-A930-E321366B062F}" srcOrd="1" destOrd="0" parTransId="{4CC310D7-989C-4EFD-9CAB-6B4B1B649916}" sibTransId="{A0E6A328-92AC-4B33-9AF3-9FBD1E768E83}"/>
    <dgm:cxn modelId="{1E596484-E209-4338-ACCD-C369B43CC3F5}" srcId="{EBB3C236-B736-4F58-AEDD-B151900CBCF1}" destId="{2925B578-633B-4735-BDED-CA72F6DF9C7F}" srcOrd="2" destOrd="0" parTransId="{50891791-8D1A-4336-8F22-8D191137A3CE}" sibTransId="{F23DB3FB-54E1-451B-9D80-4CFCC5D1BE5D}"/>
    <dgm:cxn modelId="{CED54D86-4B85-4917-8011-97FDAF7D7FA8}" srcId="{D1E66F62-FE05-4414-901C-B637AF31310F}" destId="{5542A6DD-6DC6-4027-B8DB-71637F38CE09}" srcOrd="2" destOrd="0" parTransId="{11F5EB89-2E06-409D-B8F5-D7F8EC726F2D}" sibTransId="{13DE2973-07B6-408E-8841-C7329D26B3A7}"/>
    <dgm:cxn modelId="{AB4E6C87-141C-4A1A-B4B1-3CEB5336D693}" type="presOf" srcId="{5CAB4F98-2443-4A0C-AFA4-6E4A70EF07A2}" destId="{73DC56AB-92B7-4737-8480-B858E1928121}" srcOrd="0" destOrd="2" presId="urn:microsoft.com/office/officeart/2005/8/layout/hList1"/>
    <dgm:cxn modelId="{F4403A89-B4F5-4B32-9354-A6771A179D74}" type="presOf" srcId="{58903DA2-B691-429F-BEAA-DA2A1AFB9ACD}" destId="{25893E6A-286D-4AE4-A92E-E0347AE4BA7B}" srcOrd="0" destOrd="1" presId="urn:microsoft.com/office/officeart/2005/8/layout/hList1"/>
    <dgm:cxn modelId="{2F24D88D-7932-4940-8F80-5C9E57CD534A}" srcId="{467A8E20-E031-465F-A608-FB211016AEE8}" destId="{CBA69E3C-95C4-491C-83DA-C4D8B0387738}" srcOrd="2" destOrd="0" parTransId="{B8E455A8-68F3-497F-8869-8DF9144869EC}" sibTransId="{876D6B34-2671-4468-BE40-EECA77E9A362}"/>
    <dgm:cxn modelId="{3F029D90-0685-4E2D-8C3E-0D718E841A4A}" srcId="{EBB3C236-B736-4F58-AEDD-B151900CBCF1}" destId="{862F6C95-8867-466A-A489-4A93B5309F02}" srcOrd="3" destOrd="0" parTransId="{A08D67DD-C602-44CB-9C52-35B20EE7E114}" sibTransId="{85699CE9-5354-4DE5-9A2D-80C91F3C5471}"/>
    <dgm:cxn modelId="{50FA2998-9C20-484C-B82F-659C076DFC07}" srcId="{690020DB-B39B-4A56-9991-CD6E659A73E8}" destId="{FF046EF1-100F-4917-BABC-4219AA8676B6}" srcOrd="4" destOrd="0" parTransId="{2BC6F80F-DFB3-40CC-8FA5-3EED545D136E}" sibTransId="{F495AB97-1D87-4A39-9FD1-349C4206378C}"/>
    <dgm:cxn modelId="{18851999-66C0-4C3E-B560-0DCD05A0B1FC}" type="presOf" srcId="{46BDC2D0-AE19-44E1-958E-90A00A78FF49}" destId="{74CC4CD2-2597-456D-8CA5-A34CD4398B89}" srcOrd="0" destOrd="4" presId="urn:microsoft.com/office/officeart/2005/8/layout/hList1"/>
    <dgm:cxn modelId="{2DDA5B9D-A885-4990-B799-BA0C4B0BF689}" srcId="{4308DFD9-895C-4D76-B8B9-ED3590D86F46}" destId="{EBB3C236-B736-4F58-AEDD-B151900CBCF1}" srcOrd="0" destOrd="0" parTransId="{9208393E-E3E7-4038-9391-E28806DC3F5C}" sibTransId="{4765FB8F-C7E6-47EE-8084-BF80BE44260D}"/>
    <dgm:cxn modelId="{84A3C2A4-D107-4F97-9CA1-604D66B7C959}" type="presOf" srcId="{ACBAEAEE-3007-4685-B3E6-26BF4DBD04A6}" destId="{25893E6A-286D-4AE4-A92E-E0347AE4BA7B}" srcOrd="0" destOrd="0" presId="urn:microsoft.com/office/officeart/2005/8/layout/hList1"/>
    <dgm:cxn modelId="{FEC0F9A4-CD2A-4E26-B56B-11A6F2673F44}" type="presOf" srcId="{131F8EBA-96DF-4F1A-A796-CB5FF80C3EDE}" destId="{74CC4CD2-2597-456D-8CA5-A34CD4398B89}" srcOrd="0" destOrd="2" presId="urn:microsoft.com/office/officeart/2005/8/layout/hList1"/>
    <dgm:cxn modelId="{B24F74A5-D9B4-4AB7-B775-B13A8B82B2B1}" type="presOf" srcId="{690020DB-B39B-4A56-9991-CD6E659A73E8}" destId="{F1BCF02F-053D-41B2-9BDB-A7CC05BDA1BC}" srcOrd="0" destOrd="0" presId="urn:microsoft.com/office/officeart/2005/8/layout/hList1"/>
    <dgm:cxn modelId="{4D1A27A6-4883-48D6-9036-6A04F41C7AE7}" srcId="{4308DFD9-895C-4D76-B8B9-ED3590D86F46}" destId="{467A8E20-E031-465F-A608-FB211016AEE8}" srcOrd="3" destOrd="0" parTransId="{39F254FF-0E34-4C50-B2D3-05B55EED17CC}" sibTransId="{F74EB452-46A6-4D4D-A21C-294B879B00E5}"/>
    <dgm:cxn modelId="{C60655A9-D8B6-40EF-B7CE-4D1BD48B68AB}" srcId="{467A8E20-E031-465F-A608-FB211016AEE8}" destId="{F9556213-4709-4FF7-8E98-7FD1219F32DD}" srcOrd="3" destOrd="0" parTransId="{6EEA1A35-34C3-4BAE-AF0E-7E41D5C41CFD}" sibTransId="{F855756B-8A11-4ED8-A944-BAC443EAAFB5}"/>
    <dgm:cxn modelId="{6123C4B0-2B65-4AC4-9BD6-A2959148FBD8}" type="presOf" srcId="{D63120D0-F8DB-4BA8-A930-E321366B062F}" destId="{526E7BCC-EFB3-4A35-954D-14493B97FE0F}" srcOrd="0" destOrd="1" presId="urn:microsoft.com/office/officeart/2005/8/layout/hList1"/>
    <dgm:cxn modelId="{B72F62B3-1069-46FB-85BE-FFA3D017A4D2}" type="presOf" srcId="{5542A6DD-6DC6-4027-B8DB-71637F38CE09}" destId="{25893E6A-286D-4AE4-A92E-E0347AE4BA7B}" srcOrd="0" destOrd="2" presId="urn:microsoft.com/office/officeart/2005/8/layout/hList1"/>
    <dgm:cxn modelId="{B21A6FB5-4A98-42E0-993C-1B8EE5D6A6D0}" srcId="{EBB3C236-B736-4F58-AEDD-B151900CBCF1}" destId="{5A398CA8-F4E0-46EC-A527-EB4C11BA97CA}" srcOrd="0" destOrd="0" parTransId="{FAE9EE3C-624D-456C-8006-CEDD3562AA7E}" sibTransId="{E48C8B3E-6942-4960-B612-5906E3285B35}"/>
    <dgm:cxn modelId="{A983F2B5-2D7E-4355-90FF-75115EED573E}" type="presOf" srcId="{9F07DCDC-CBCF-48F8-A033-A2E19EEFB4DD}" destId="{25893E6A-286D-4AE4-A92E-E0347AE4BA7B}" srcOrd="0" destOrd="3" presId="urn:microsoft.com/office/officeart/2005/8/layout/hList1"/>
    <dgm:cxn modelId="{C3781EB6-C2BD-4B42-B018-ACC06A8D8FD2}" srcId="{DFA04B66-E382-4511-91D4-23E31E2BAB38}" destId="{1CAA8DB2-C60D-4DF5-912E-B9666AEB2753}" srcOrd="0" destOrd="0" parTransId="{CC34D959-EC0E-4213-8577-15A61D118BF1}" sibTransId="{3F27A1A7-160F-4693-A315-04F70884D29C}"/>
    <dgm:cxn modelId="{926752B8-E40B-4D50-ABC8-D0EB4AFBE8BD}" type="presOf" srcId="{4308DFD9-895C-4D76-B8B9-ED3590D86F46}" destId="{2EF18D72-B506-4DDE-A1A1-722D8D373B23}" srcOrd="0" destOrd="0" presId="urn:microsoft.com/office/officeart/2005/8/layout/hList1"/>
    <dgm:cxn modelId="{DD86C6C1-AF9E-464E-BF9D-8FE9D424AF9B}" srcId="{4308DFD9-895C-4D76-B8B9-ED3590D86F46}" destId="{DFA04B66-E382-4511-91D4-23E31E2BAB38}" srcOrd="4" destOrd="0" parTransId="{99A8E2DF-CEF2-4472-B37B-E9F9773926A3}" sibTransId="{DC38E9A4-93EB-48BA-95C2-2866F7DA17E6}"/>
    <dgm:cxn modelId="{76E3F6D0-F24A-4E19-AD5B-8C2C9832426B}" type="presOf" srcId="{44BB59C2-1018-4D60-A727-41C2006390FE}" destId="{4212CA97-C670-439E-B97D-AC5DDAC6C451}" srcOrd="0" destOrd="1" presId="urn:microsoft.com/office/officeart/2005/8/layout/hList1"/>
    <dgm:cxn modelId="{B11DD3D2-C519-4EB0-AB4F-6D632474CD64}" type="presOf" srcId="{1E8DCB68-9CBF-49C8-87A6-459C3923D567}" destId="{25893E6A-286D-4AE4-A92E-E0347AE4BA7B}" srcOrd="0" destOrd="4" presId="urn:microsoft.com/office/officeart/2005/8/layout/hList1"/>
    <dgm:cxn modelId="{705A40D5-0EE7-446F-9279-A99F52C3674E}" srcId="{690020DB-B39B-4A56-9991-CD6E659A73E8}" destId="{630DC590-8BB4-428D-AEF7-F840B3291A2C}" srcOrd="0" destOrd="0" parTransId="{F3D5610D-6024-4A8B-992A-936E42DDC503}" sibTransId="{F1BFAEED-09FF-41A3-BF45-D52D2C1DA6A1}"/>
    <dgm:cxn modelId="{147C64D7-DC8C-4352-89C9-3E10B48EDA65}" type="presOf" srcId="{862F6C95-8867-466A-A489-4A93B5309F02}" destId="{526E7BCC-EFB3-4A35-954D-14493B97FE0F}" srcOrd="0" destOrd="3" presId="urn:microsoft.com/office/officeart/2005/8/layout/hList1"/>
    <dgm:cxn modelId="{C0D5D0D9-CD6A-4DF4-95C3-B97609102D78}" srcId="{690020DB-B39B-4A56-9991-CD6E659A73E8}" destId="{EBC58A66-BDB1-48BD-9A15-FA771A2D4A82}" srcOrd="1" destOrd="0" parTransId="{096B274F-35FE-4975-98C4-7E176BBFFDD2}" sibTransId="{B1C762F6-F1B4-4E15-B297-496678ECC1FC}"/>
    <dgm:cxn modelId="{1CDEF0DB-F5DD-4A8A-A274-83CC14F78F1A}" type="presOf" srcId="{5A398CA8-F4E0-46EC-A527-EB4C11BA97CA}" destId="{526E7BCC-EFB3-4A35-954D-14493B97FE0F}" srcOrd="0" destOrd="0" presId="urn:microsoft.com/office/officeart/2005/8/layout/hList1"/>
    <dgm:cxn modelId="{B96B48DC-EE84-464B-B517-DF4AF8B8F686}" type="presOf" srcId="{467A8E20-E031-465F-A608-FB211016AEE8}" destId="{99208B24-722D-4958-9EC2-7EAE5E7D03D5}" srcOrd="0" destOrd="0" presId="urn:microsoft.com/office/officeart/2005/8/layout/hList1"/>
    <dgm:cxn modelId="{77DA0ADD-F160-4A18-96C5-1DD1A1D6F2A6}" type="presOf" srcId="{FF046EF1-100F-4917-BABC-4219AA8676B6}" destId="{73DC56AB-92B7-4737-8480-B858E1928121}" srcOrd="0" destOrd="4" presId="urn:microsoft.com/office/officeart/2005/8/layout/hList1"/>
    <dgm:cxn modelId="{8006A5EB-E75F-4C52-9F50-C51F936E76E7}" srcId="{467A8E20-E031-465F-A608-FB211016AEE8}" destId="{B2C93349-2742-4316-A056-8C41A38BB323}" srcOrd="4" destOrd="0" parTransId="{4CE0F9AA-24D8-4FE3-A816-D5BFCA43447A}" sibTransId="{FE30FCFA-53EF-472A-B550-692A37C0F4B5}"/>
    <dgm:cxn modelId="{3BBAF5EC-9ACB-4173-845A-B8099F76AD09}" type="presOf" srcId="{DC3FF89A-83D1-4416-B47F-E7677255270F}" destId="{74CC4CD2-2597-456D-8CA5-A34CD4398B89}" srcOrd="0" destOrd="1" presId="urn:microsoft.com/office/officeart/2005/8/layout/hList1"/>
    <dgm:cxn modelId="{997D8FF9-B9E0-4350-ABC3-2E3D6D17F770}" srcId="{4308DFD9-895C-4D76-B8B9-ED3590D86F46}" destId="{690020DB-B39B-4A56-9991-CD6E659A73E8}" srcOrd="2" destOrd="0" parTransId="{310D4A32-BEA5-4284-9A71-0D1060DEAFC3}" sibTransId="{A64FE82C-A859-4D7E-A6D7-1EE561F83027}"/>
    <dgm:cxn modelId="{03982DFD-2799-4D29-8AD4-CA85127AAF26}" type="presOf" srcId="{630DC590-8BB4-428D-AEF7-F840B3291A2C}" destId="{73DC56AB-92B7-4737-8480-B858E1928121}" srcOrd="0" destOrd="0" presId="urn:microsoft.com/office/officeart/2005/8/layout/hList1"/>
    <dgm:cxn modelId="{97459466-04BB-454C-BDFB-FA3367D13CB7}" type="presParOf" srcId="{2EF18D72-B506-4DDE-A1A1-722D8D373B23}" destId="{99B09F75-02B4-477C-9D9B-134AE523C3B7}" srcOrd="0" destOrd="0" presId="urn:microsoft.com/office/officeart/2005/8/layout/hList1"/>
    <dgm:cxn modelId="{88A39308-A1C4-4E6F-B458-FDFFD4D8D44F}" type="presParOf" srcId="{99B09F75-02B4-477C-9D9B-134AE523C3B7}" destId="{79C82629-AC85-4EAA-827A-C062E4ED5FC1}" srcOrd="0" destOrd="0" presId="urn:microsoft.com/office/officeart/2005/8/layout/hList1"/>
    <dgm:cxn modelId="{EE071CF0-FC1F-46AE-9296-EAF31E67AF6B}" type="presParOf" srcId="{99B09F75-02B4-477C-9D9B-134AE523C3B7}" destId="{526E7BCC-EFB3-4A35-954D-14493B97FE0F}" srcOrd="1" destOrd="0" presId="urn:microsoft.com/office/officeart/2005/8/layout/hList1"/>
    <dgm:cxn modelId="{0E31A60F-4783-4314-A3B9-2C352EE326FD}" type="presParOf" srcId="{2EF18D72-B506-4DDE-A1A1-722D8D373B23}" destId="{97FD65EA-BF9D-4766-A9FD-670501498F60}" srcOrd="1" destOrd="0" presId="urn:microsoft.com/office/officeart/2005/8/layout/hList1"/>
    <dgm:cxn modelId="{55FCAD68-1445-4ED4-A667-5AF62B834D60}" type="presParOf" srcId="{2EF18D72-B506-4DDE-A1A1-722D8D373B23}" destId="{F4B2290B-1424-4940-BC54-F0E1CF63BDC9}" srcOrd="2" destOrd="0" presId="urn:microsoft.com/office/officeart/2005/8/layout/hList1"/>
    <dgm:cxn modelId="{A900A347-A84A-4AA7-8930-84C0DFA7B3A5}" type="presParOf" srcId="{F4B2290B-1424-4940-BC54-F0E1CF63BDC9}" destId="{9D853B6E-EAFF-4194-9D4B-876189FA232F}" srcOrd="0" destOrd="0" presId="urn:microsoft.com/office/officeart/2005/8/layout/hList1"/>
    <dgm:cxn modelId="{14BD1B77-4397-45DE-9061-E5C760B8848C}" type="presParOf" srcId="{F4B2290B-1424-4940-BC54-F0E1CF63BDC9}" destId="{25893E6A-286D-4AE4-A92E-E0347AE4BA7B}" srcOrd="1" destOrd="0" presId="urn:microsoft.com/office/officeart/2005/8/layout/hList1"/>
    <dgm:cxn modelId="{FACD7DC9-C212-4BB2-9BA5-6346B4228176}" type="presParOf" srcId="{2EF18D72-B506-4DDE-A1A1-722D8D373B23}" destId="{63009BE1-4C4A-41F1-AC35-E25759463626}" srcOrd="3" destOrd="0" presId="urn:microsoft.com/office/officeart/2005/8/layout/hList1"/>
    <dgm:cxn modelId="{5295BFE8-CAA6-4C83-B6E0-568A3E740F0C}" type="presParOf" srcId="{2EF18D72-B506-4DDE-A1A1-722D8D373B23}" destId="{FE269E55-E862-459F-AD6B-521459CB3306}" srcOrd="4" destOrd="0" presId="urn:microsoft.com/office/officeart/2005/8/layout/hList1"/>
    <dgm:cxn modelId="{787D06AC-8913-44A8-A8FD-77367413D78D}" type="presParOf" srcId="{FE269E55-E862-459F-AD6B-521459CB3306}" destId="{F1BCF02F-053D-41B2-9BDB-A7CC05BDA1BC}" srcOrd="0" destOrd="0" presId="urn:microsoft.com/office/officeart/2005/8/layout/hList1"/>
    <dgm:cxn modelId="{57070B64-92DD-4138-94D6-5E55D422E9A6}" type="presParOf" srcId="{FE269E55-E862-459F-AD6B-521459CB3306}" destId="{73DC56AB-92B7-4737-8480-B858E1928121}" srcOrd="1" destOrd="0" presId="urn:microsoft.com/office/officeart/2005/8/layout/hList1"/>
    <dgm:cxn modelId="{AD671216-6BEE-4C94-B4F2-4C94FD58AD3C}" type="presParOf" srcId="{2EF18D72-B506-4DDE-A1A1-722D8D373B23}" destId="{A2CE4871-B2F2-4BE6-8745-026E65F7C6AA}" srcOrd="5" destOrd="0" presId="urn:microsoft.com/office/officeart/2005/8/layout/hList1"/>
    <dgm:cxn modelId="{64515661-AD97-4D1A-9003-B3811066AE51}" type="presParOf" srcId="{2EF18D72-B506-4DDE-A1A1-722D8D373B23}" destId="{9C528AD3-801C-4F69-9D46-5EDBA88518AD}" srcOrd="6" destOrd="0" presId="urn:microsoft.com/office/officeart/2005/8/layout/hList1"/>
    <dgm:cxn modelId="{53D7EA85-7C80-4E6A-9EC8-31D7DA7DCFF5}" type="presParOf" srcId="{9C528AD3-801C-4F69-9D46-5EDBA88518AD}" destId="{99208B24-722D-4958-9EC2-7EAE5E7D03D5}" srcOrd="0" destOrd="0" presId="urn:microsoft.com/office/officeart/2005/8/layout/hList1"/>
    <dgm:cxn modelId="{DA0F7FAC-A9FA-4051-847B-E9D4D4E30A7F}" type="presParOf" srcId="{9C528AD3-801C-4F69-9D46-5EDBA88518AD}" destId="{4212CA97-C670-439E-B97D-AC5DDAC6C451}" srcOrd="1" destOrd="0" presId="urn:microsoft.com/office/officeart/2005/8/layout/hList1"/>
    <dgm:cxn modelId="{94AC5000-91E4-4FED-A1E0-C5D79E0D0154}" type="presParOf" srcId="{2EF18D72-B506-4DDE-A1A1-722D8D373B23}" destId="{E06872C0-147C-4935-ABE9-8A8A8ADD2876}" srcOrd="7" destOrd="0" presId="urn:microsoft.com/office/officeart/2005/8/layout/hList1"/>
    <dgm:cxn modelId="{B663ABF0-3EA2-4472-8D30-74AF52EBCFFE}" type="presParOf" srcId="{2EF18D72-B506-4DDE-A1A1-722D8D373B23}" destId="{2B692D00-E7B0-4A7A-8361-7FBB9CFA9A53}" srcOrd="8" destOrd="0" presId="urn:microsoft.com/office/officeart/2005/8/layout/hList1"/>
    <dgm:cxn modelId="{1E128DDC-015F-4D03-BE8E-3F88E2E4D49A}" type="presParOf" srcId="{2B692D00-E7B0-4A7A-8361-7FBB9CFA9A53}" destId="{61D1A6B4-ACDF-4139-AE07-31EA4AECE1CB}" srcOrd="0" destOrd="0" presId="urn:microsoft.com/office/officeart/2005/8/layout/hList1"/>
    <dgm:cxn modelId="{EB9AECFF-6FFA-47C6-9A91-351897C24A6C}" type="presParOf" srcId="{2B692D00-E7B0-4A7A-8361-7FBB9CFA9A53}" destId="{74CC4CD2-2597-456D-8CA5-A34CD4398B8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39C8FD-1F3B-4EFE-BA9C-E4B361F55ED7}">
      <dsp:nvSpPr>
        <dsp:cNvPr id="0" name=""/>
        <dsp:cNvSpPr/>
      </dsp:nvSpPr>
      <dsp:spPr>
        <a:xfrm>
          <a:off x="0" y="25287"/>
          <a:ext cx="11538855" cy="4305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just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Times New Roman"/>
              <a:ea typeface="+mn-ea"/>
              <a:cs typeface="Times New Roman"/>
            </a:rPr>
            <a:t>Developing One Health Surveillance Systems — ScienceDirect, 2023 [1]</a:t>
          </a:r>
          <a:endParaRPr lang="en-US" sz="1600" kern="1200">
            <a:latin typeface="Times New Roman"/>
            <a:ea typeface="+mn-ea"/>
            <a:cs typeface="Times New Roman"/>
          </a:endParaRPr>
        </a:p>
      </dsp:txBody>
      <dsp:txXfrm>
        <a:off x="21018" y="46305"/>
        <a:ext cx="11496819" cy="388524"/>
      </dsp:txXfrm>
    </dsp:sp>
    <dsp:sp modelId="{2A3C7F9D-680D-4ECE-BD59-FC19D0E9C7E2}">
      <dsp:nvSpPr>
        <dsp:cNvPr id="0" name=""/>
        <dsp:cNvSpPr/>
      </dsp:nvSpPr>
      <dsp:spPr>
        <a:xfrm>
          <a:off x="0" y="455847"/>
          <a:ext cx="11538855" cy="69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6359" tIns="17780" rIns="99568" bIns="17780" numCol="1" spcCol="1270" anchor="t" anchorCtr="0">
          <a:noAutofit/>
        </a:bodyPr>
        <a:lstStyle/>
        <a:p>
          <a:pPr marL="114300" lvl="1" indent="-114300" algn="just" defTabSz="622300" rtl="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i="0" kern="1200">
              <a:latin typeface="Times New Roman"/>
              <a:ea typeface="+mn-ea"/>
              <a:cs typeface="Times New Roman"/>
            </a:rPr>
            <a:t>Focuses</a:t>
          </a:r>
          <a:r>
            <a:rPr lang="en-US" sz="1400" b="1" kern="1200">
              <a:latin typeface="Times New Roman"/>
              <a:ea typeface="+mn-ea"/>
              <a:cs typeface="Times New Roman"/>
            </a:rPr>
            <a:t> on:</a:t>
          </a:r>
          <a:r>
            <a:rPr lang="en-US" sz="1400" kern="1200">
              <a:latin typeface="Times New Roman"/>
              <a:ea typeface="+mn-ea"/>
              <a:cs typeface="Times New Roman"/>
            </a:rPr>
            <a:t> Proposes cross-sector data, analysis, and communication workflows linking human, animal, and environmental health.</a:t>
          </a:r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i="0" kern="1200">
              <a:latin typeface="Times New Roman"/>
              <a:ea typeface="+mn-ea"/>
              <a:cs typeface="Times New Roman"/>
            </a:rPr>
            <a:t>Gap</a:t>
          </a:r>
          <a:r>
            <a:rPr lang="en-US" sz="1400" b="1" kern="1200">
              <a:latin typeface="Times New Roman"/>
              <a:ea typeface="+mn-ea"/>
              <a:cs typeface="Times New Roman"/>
            </a:rPr>
            <a:t>:</a:t>
          </a:r>
          <a:r>
            <a:rPr lang="en-US" sz="1400" kern="1200">
              <a:latin typeface="Times New Roman"/>
              <a:ea typeface="+mn-ea"/>
              <a:cs typeface="Times New Roman"/>
            </a:rPr>
            <a:t> Conceptual/organizational framework; does not define a scalable </a:t>
          </a:r>
          <a:r>
            <a:rPr lang="en-US" sz="1400" b="1" kern="1200">
              <a:latin typeface="Times New Roman"/>
              <a:ea typeface="+mn-ea"/>
              <a:cs typeface="Times New Roman"/>
            </a:rPr>
            <a:t>NLP or data-engineering pipeline</a:t>
          </a:r>
          <a:r>
            <a:rPr lang="en-US" sz="1400" kern="1200">
              <a:latin typeface="Times New Roman"/>
              <a:ea typeface="+mn-ea"/>
              <a:cs typeface="Times New Roman"/>
            </a:rPr>
            <a:t> for extracting and linking information from unstructured text.</a:t>
          </a:r>
        </a:p>
      </dsp:txBody>
      <dsp:txXfrm>
        <a:off x="0" y="455847"/>
        <a:ext cx="11538855" cy="690345"/>
      </dsp:txXfrm>
    </dsp:sp>
    <dsp:sp modelId="{0BC3A891-D262-41C3-9A6A-F05857FCD59F}">
      <dsp:nvSpPr>
        <dsp:cNvPr id="0" name=""/>
        <dsp:cNvSpPr/>
      </dsp:nvSpPr>
      <dsp:spPr>
        <a:xfrm>
          <a:off x="0" y="1146192"/>
          <a:ext cx="11538855" cy="430560"/>
        </a:xfrm>
        <a:prstGeom prst="roundRect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just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Times New Roman"/>
              <a:ea typeface="+mn-ea"/>
              <a:cs typeface="Times New Roman"/>
            </a:rPr>
            <a:t>2. Wu — COVID-19 Patient Information Knowledge Graph, 2021 [2]</a:t>
          </a:r>
          <a:endParaRPr lang="en-US" sz="1600" kern="1200">
            <a:latin typeface="Times New Roman"/>
            <a:ea typeface="+mn-ea"/>
            <a:cs typeface="Times New Roman"/>
          </a:endParaRPr>
        </a:p>
      </dsp:txBody>
      <dsp:txXfrm>
        <a:off x="21018" y="1167210"/>
        <a:ext cx="11496819" cy="388524"/>
      </dsp:txXfrm>
    </dsp:sp>
    <dsp:sp modelId="{17A3346D-B646-4770-BA5B-5830B078C8D4}">
      <dsp:nvSpPr>
        <dsp:cNvPr id="0" name=""/>
        <dsp:cNvSpPr/>
      </dsp:nvSpPr>
      <dsp:spPr>
        <a:xfrm>
          <a:off x="0" y="1576752"/>
          <a:ext cx="11538855" cy="488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6359" tIns="17780" rIns="99568" bIns="17780" numCol="1" spcCol="1270" anchor="t" anchorCtr="0">
          <a:noAutofit/>
        </a:bodyPr>
        <a:lstStyle/>
        <a:p>
          <a:pPr marL="114300" lvl="1" indent="-114300" algn="just" defTabSz="622300" rtl="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i="0" kern="1200">
              <a:latin typeface="Times New Roman"/>
              <a:ea typeface="+mn-ea"/>
              <a:cs typeface="Times New Roman"/>
            </a:rPr>
            <a:t>Focuses</a:t>
          </a:r>
          <a:r>
            <a:rPr lang="en-US" sz="1400" b="1" kern="1200">
              <a:latin typeface="Times New Roman"/>
              <a:ea typeface="+mn-ea"/>
              <a:cs typeface="Times New Roman"/>
            </a:rPr>
            <a:t> on:</a:t>
          </a:r>
          <a:r>
            <a:rPr lang="en-US" sz="1400" kern="1200">
              <a:latin typeface="Times New Roman"/>
              <a:ea typeface="+mn-ea"/>
              <a:cs typeface="Times New Roman"/>
            </a:rPr>
            <a:t> Uses NLP + Neo4j to extract infection events, patient locations, and temporal/spatial relationships.</a:t>
          </a:r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i="0" kern="1200">
              <a:latin typeface="Times New Roman"/>
              <a:ea typeface="+mn-ea"/>
              <a:cs typeface="Times New Roman"/>
            </a:rPr>
            <a:t>Gap</a:t>
          </a:r>
          <a:r>
            <a:rPr lang="en-US" sz="1400" b="1" kern="1200">
              <a:latin typeface="Times New Roman"/>
              <a:ea typeface="+mn-ea"/>
              <a:cs typeface="Times New Roman"/>
            </a:rPr>
            <a:t>:</a:t>
          </a:r>
          <a:r>
            <a:rPr lang="en-US" sz="1400" kern="1200">
              <a:latin typeface="Times New Roman"/>
              <a:ea typeface="+mn-ea"/>
              <a:cs typeface="Times New Roman"/>
            </a:rPr>
            <a:t> Focused on </a:t>
          </a:r>
          <a:r>
            <a:rPr lang="en-US" sz="1400" b="1" kern="1200">
              <a:latin typeface="Times New Roman"/>
              <a:ea typeface="+mn-ea"/>
              <a:cs typeface="Times New Roman"/>
            </a:rPr>
            <a:t>human patients and contact events</a:t>
          </a:r>
          <a:r>
            <a:rPr lang="en-US" sz="1400" kern="1200">
              <a:latin typeface="Times New Roman"/>
              <a:ea typeface="+mn-ea"/>
              <a:cs typeface="Times New Roman"/>
            </a:rPr>
            <a:t>; lacks pathogen–host–environment relationships and formal temporal graph modeling.</a:t>
          </a:r>
        </a:p>
      </dsp:txBody>
      <dsp:txXfrm>
        <a:off x="0" y="1576752"/>
        <a:ext cx="11538855" cy="488002"/>
      </dsp:txXfrm>
    </dsp:sp>
    <dsp:sp modelId="{4BAA7872-5BE9-4D8A-9F40-482A63ED3AAC}">
      <dsp:nvSpPr>
        <dsp:cNvPr id="0" name=""/>
        <dsp:cNvSpPr/>
      </dsp:nvSpPr>
      <dsp:spPr>
        <a:xfrm>
          <a:off x="0" y="2064754"/>
          <a:ext cx="11538855" cy="430560"/>
        </a:xfrm>
        <a:prstGeom prst="roundRect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just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Times New Roman"/>
              <a:ea typeface="+mn-ea"/>
              <a:cs typeface="Times New Roman"/>
            </a:rPr>
            <a:t>3. Epidemiological Knowledge Graph from WHO Disease Outbreak News (eKG), 2025 [3]</a:t>
          </a:r>
          <a:endParaRPr lang="en-US" sz="1600" kern="1200">
            <a:latin typeface="Times New Roman"/>
            <a:ea typeface="+mn-ea"/>
            <a:cs typeface="Times New Roman"/>
          </a:endParaRPr>
        </a:p>
      </dsp:txBody>
      <dsp:txXfrm>
        <a:off x="21018" y="2085772"/>
        <a:ext cx="11496819" cy="388524"/>
      </dsp:txXfrm>
    </dsp:sp>
    <dsp:sp modelId="{2AB239F0-EB03-470D-B719-29F666340859}">
      <dsp:nvSpPr>
        <dsp:cNvPr id="0" name=""/>
        <dsp:cNvSpPr/>
      </dsp:nvSpPr>
      <dsp:spPr>
        <a:xfrm>
          <a:off x="0" y="2495314"/>
          <a:ext cx="11538855" cy="1166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6359" tIns="29210" rIns="163576" bIns="29210" numCol="1" spcCol="1270" anchor="t" anchorCtr="0">
          <a:noAutofit/>
        </a:bodyPr>
        <a:lstStyle/>
        <a:p>
          <a:pPr marL="171450" lvl="1" indent="-171450" algn="just" defTabSz="800100" rtl="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0" kern="1200">
              <a:latin typeface="Times New Roman"/>
              <a:ea typeface="+mn-ea"/>
              <a:cs typeface="Times New Roman"/>
            </a:rPr>
            <a:t>Focuses</a:t>
          </a:r>
          <a:r>
            <a:rPr lang="en-US" sz="1800" b="1" kern="1200">
              <a:latin typeface="Times New Roman"/>
              <a:ea typeface="+mn-ea"/>
              <a:cs typeface="Times New Roman"/>
            </a:rPr>
            <a:t> on:</a:t>
          </a:r>
          <a:r>
            <a:rPr lang="en-US" sz="1800" kern="1200">
              <a:latin typeface="Times New Roman"/>
              <a:ea typeface="+mn-ea"/>
              <a:cs typeface="Times New Roman"/>
            </a:rPr>
            <a:t> Uses multiple LLMs to extract epidemiological information from WHO Disease Outbreak News and maintain a continuously updated knowledge graph.</a:t>
          </a:r>
        </a:p>
        <a:p>
          <a:pPr marL="171450" lvl="1" indent="-171450" algn="just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0" kern="1200">
              <a:latin typeface="Times New Roman"/>
              <a:ea typeface="+mn-ea"/>
              <a:cs typeface="Times New Roman"/>
            </a:rPr>
            <a:t>Gap</a:t>
          </a:r>
          <a:r>
            <a:rPr lang="en-US" sz="1800" b="1" kern="1200">
              <a:latin typeface="Times New Roman"/>
              <a:ea typeface="+mn-ea"/>
              <a:cs typeface="Times New Roman"/>
            </a:rPr>
            <a:t>:</a:t>
          </a:r>
          <a:r>
            <a:rPr lang="en-US" sz="1800" kern="1200">
              <a:latin typeface="Times New Roman"/>
              <a:ea typeface="+mn-ea"/>
              <a:cs typeface="Times New Roman"/>
            </a:rPr>
            <a:t> Relies on a </a:t>
          </a:r>
          <a:r>
            <a:rPr lang="en-US" sz="1800" b="1" kern="1200">
              <a:latin typeface="Times New Roman"/>
              <a:ea typeface="+mn-ea"/>
              <a:cs typeface="Times New Roman"/>
            </a:rPr>
            <a:t>single, curated human-health source</a:t>
          </a:r>
          <a:r>
            <a:rPr lang="en-US" sz="1800" kern="1200">
              <a:latin typeface="Times New Roman"/>
              <a:ea typeface="+mn-ea"/>
              <a:cs typeface="Times New Roman"/>
            </a:rPr>
            <a:t> and does not integrate primary veterinary or environmental documents.</a:t>
          </a:r>
        </a:p>
      </dsp:txBody>
      <dsp:txXfrm>
        <a:off x="0" y="2495314"/>
        <a:ext cx="11538855" cy="1166445"/>
      </dsp:txXfrm>
    </dsp:sp>
    <dsp:sp modelId="{123A39E9-85F5-49F3-B692-A417D3208AE6}">
      <dsp:nvSpPr>
        <dsp:cNvPr id="0" name=""/>
        <dsp:cNvSpPr/>
      </dsp:nvSpPr>
      <dsp:spPr>
        <a:xfrm>
          <a:off x="0" y="3661759"/>
          <a:ext cx="11538855" cy="430560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just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>
              <a:latin typeface="Times New Roman"/>
              <a:ea typeface="+mn-ea"/>
              <a:cs typeface="Times New Roman"/>
            </a:rPr>
            <a:t>4. e-Outbreak Platform</a:t>
          </a:r>
          <a:r>
            <a:rPr lang="en-US" sz="1600" b="1" kern="1200">
              <a:latin typeface="Times New Roman"/>
              <a:ea typeface="+mn-ea"/>
              <a:cs typeface="Times New Roman"/>
            </a:rPr>
            <a:t> — 2020 [4]</a:t>
          </a:r>
          <a:endParaRPr lang="en-US" sz="1600" kern="1200">
            <a:latin typeface="Times New Roman"/>
            <a:ea typeface="+mn-ea"/>
            <a:cs typeface="Times New Roman"/>
          </a:endParaRPr>
        </a:p>
      </dsp:txBody>
      <dsp:txXfrm>
        <a:off x="21018" y="3682777"/>
        <a:ext cx="11496819" cy="388524"/>
      </dsp:txXfrm>
    </dsp:sp>
    <dsp:sp modelId="{9C4D5728-12D7-424B-AC3D-F641D17AA79B}">
      <dsp:nvSpPr>
        <dsp:cNvPr id="0" name=""/>
        <dsp:cNvSpPr/>
      </dsp:nvSpPr>
      <dsp:spPr>
        <a:xfrm>
          <a:off x="0" y="4092319"/>
          <a:ext cx="11538855" cy="1166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6359" tIns="29210" rIns="163576" bIns="29210" numCol="1" spcCol="1270" anchor="t" anchorCtr="0">
          <a:noAutofit/>
        </a:bodyPr>
        <a:lstStyle/>
        <a:p>
          <a:pPr marL="171450" lvl="1" indent="-171450" algn="just" defTabSz="800100" rtl="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>
              <a:latin typeface="Times New Roman"/>
              <a:ea typeface="+mn-ea"/>
              <a:cs typeface="Times New Roman"/>
            </a:rPr>
            <a:t>Focuses on:</a:t>
          </a:r>
          <a:r>
            <a:rPr lang="en-US" sz="1800" kern="1200">
              <a:latin typeface="Times New Roman"/>
              <a:ea typeface="+mn-ea"/>
              <a:cs typeface="Times New Roman"/>
            </a:rPr>
            <a:t> Combines structured/semi-structured outbreak data, statistical analysis, and knowledge graphs for investigation and contact tracing.</a:t>
          </a:r>
        </a:p>
        <a:p>
          <a:pPr marL="171450" lvl="1" indent="-171450" algn="just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>
              <a:latin typeface="Times New Roman"/>
              <a:ea typeface="+mn-ea"/>
              <a:cs typeface="Times New Roman"/>
            </a:rPr>
            <a:t>Gap:</a:t>
          </a:r>
          <a:r>
            <a:rPr lang="en-US" sz="1800" kern="1200">
              <a:latin typeface="Times New Roman"/>
              <a:ea typeface="+mn-ea"/>
              <a:cs typeface="Times New Roman"/>
            </a:rPr>
            <a:t> Designed mainly for </a:t>
          </a:r>
          <a:r>
            <a:rPr lang="en-US" sz="1800" b="1" kern="1200">
              <a:latin typeface="Times New Roman"/>
              <a:ea typeface="+mn-ea"/>
              <a:cs typeface="Times New Roman"/>
            </a:rPr>
            <a:t>known-case investigation</a:t>
          </a:r>
          <a:r>
            <a:rPr lang="en-US" sz="1800" kern="1200">
              <a:latin typeface="Times New Roman"/>
              <a:ea typeface="+mn-ea"/>
              <a:cs typeface="Times New Roman"/>
            </a:rPr>
            <a:t>, with limited exploratory NLP and less emphasis on large-scale discovery of emerging patterns.</a:t>
          </a:r>
        </a:p>
      </dsp:txBody>
      <dsp:txXfrm>
        <a:off x="0" y="4092319"/>
        <a:ext cx="11538855" cy="11664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6DEF11-A92E-4161-BB3F-E68BA2E8D350}">
      <dsp:nvSpPr>
        <dsp:cNvPr id="0" name=""/>
        <dsp:cNvSpPr/>
      </dsp:nvSpPr>
      <dsp:spPr>
        <a:xfrm>
          <a:off x="0" y="169423"/>
          <a:ext cx="11671534" cy="1625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5841" tIns="124968" rIns="905841" bIns="113792" numCol="1" spcCol="1270" anchor="t" anchorCtr="0">
          <a:noAutofit/>
        </a:bodyPr>
        <a:lstStyle/>
        <a:p>
          <a:pPr marL="171450" lvl="1" indent="-171450" algn="just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>
              <a:latin typeface="Times New Roman"/>
              <a:cs typeface="Times New Roman"/>
            </a:rPr>
            <a:t>Organization:</a:t>
          </a:r>
          <a:r>
            <a:rPr lang="en-US" sz="1600" b="0" kern="1200">
              <a:latin typeface="Times New Roman"/>
              <a:cs typeface="Times New Roman"/>
            </a:rPr>
            <a:t> Boston Children's Hospital</a:t>
          </a:r>
          <a:endParaRPr lang="en-US" sz="1600" kern="1200">
            <a:latin typeface="Times New Roman"/>
            <a:cs typeface="Times New Roman"/>
          </a:endParaRPr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kern="1200">
              <a:latin typeface="Times New Roman"/>
              <a:cs typeface="Times New Roman"/>
            </a:rPr>
            <a:t>Aggregates multilingual online, news, expert and official sources for disease surveillance.</a:t>
          </a:r>
          <a:endParaRPr lang="en-US" sz="1400" kern="1200">
            <a:latin typeface="Times New Roman"/>
            <a:cs typeface="Times New Roman"/>
          </a:endParaRPr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kern="1200">
              <a:latin typeface="Times New Roman"/>
              <a:cs typeface="Times New Roman"/>
            </a:rPr>
            <a:t>Uses NLP to identify </a:t>
          </a:r>
          <a:r>
            <a:rPr lang="en-US" sz="1400" b="1" kern="1200">
              <a:latin typeface="Times New Roman"/>
              <a:cs typeface="Times New Roman"/>
            </a:rPr>
            <a:t>diseases, locations and related outbreak information</a:t>
          </a:r>
          <a:r>
            <a:rPr lang="en-US" sz="1400" b="0" kern="1200">
              <a:latin typeface="Times New Roman"/>
              <a:cs typeface="Times New Roman"/>
            </a:rPr>
            <a:t>.</a:t>
          </a:r>
          <a:endParaRPr lang="en-US" sz="1400" kern="1200">
            <a:latin typeface="Times New Roman"/>
            <a:cs typeface="Times New Roman"/>
          </a:endParaRPr>
        </a:p>
        <a:p>
          <a:pPr marL="228600" lvl="2" indent="-114300" algn="just" defTabSz="6223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kern="1200">
              <a:latin typeface="Times New Roman"/>
              <a:cs typeface="Times New Roman"/>
            </a:rPr>
            <a:t>Includes human and animal diseases as well as some environmental risks. </a:t>
          </a:r>
          <a:endParaRPr lang="en-US" sz="1400" kern="1200">
            <a:latin typeface="Times New Roman"/>
            <a:cs typeface="Times New Roman"/>
          </a:endParaRPr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>
              <a:latin typeface="Times New Roman"/>
              <a:cs typeface="Times New Roman"/>
            </a:rPr>
            <a:t>Gap:</a:t>
          </a:r>
          <a:r>
            <a:rPr lang="en-US" sz="1400" b="0" kern="1200">
              <a:latin typeface="Times New Roman"/>
              <a:cs typeface="Times New Roman"/>
            </a:rPr>
            <a:t> Primarily designed as an </a:t>
          </a:r>
          <a:r>
            <a:rPr lang="en-US" sz="1400" b="1" kern="1200">
              <a:latin typeface="Times New Roman"/>
              <a:cs typeface="Times New Roman"/>
            </a:rPr>
            <a:t>event/alert surveillance system</a:t>
          </a:r>
          <a:r>
            <a:rPr lang="en-US" sz="1400" b="0" kern="1200">
              <a:latin typeface="Times New Roman"/>
              <a:cs typeface="Times New Roman"/>
            </a:rPr>
            <a:t>, rather than a temporal knowledge graph for discovering complex cross-domain relationships.</a:t>
          </a:r>
          <a:endParaRPr lang="en-US" sz="1400" kern="1200">
            <a:latin typeface="Times New Roman"/>
            <a:cs typeface="Times New Roman"/>
          </a:endParaRPr>
        </a:p>
      </dsp:txBody>
      <dsp:txXfrm>
        <a:off x="0" y="169423"/>
        <a:ext cx="11671534" cy="1625400"/>
      </dsp:txXfrm>
    </dsp:sp>
    <dsp:sp modelId="{4F0AD823-BE7C-4792-8B94-832223ABDD31}">
      <dsp:nvSpPr>
        <dsp:cNvPr id="0" name=""/>
        <dsp:cNvSpPr/>
      </dsp:nvSpPr>
      <dsp:spPr>
        <a:xfrm>
          <a:off x="583576" y="80863"/>
          <a:ext cx="8170073" cy="1771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8809" tIns="0" rIns="308809" bIns="0" numCol="1" spcCol="1270" anchor="ctr" anchorCtr="0">
          <a:noAutofit/>
        </a:bodyPr>
        <a:lstStyle/>
        <a:p>
          <a:pPr marL="0" lvl="0" indent="0" algn="just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Times New Roman"/>
              <a:cs typeface="Times New Roman"/>
            </a:rPr>
            <a:t>HealthMap — Automated Disease Surveillance</a:t>
          </a:r>
        </a:p>
      </dsp:txBody>
      <dsp:txXfrm>
        <a:off x="592222" y="89509"/>
        <a:ext cx="8152781" cy="159828"/>
      </dsp:txXfrm>
    </dsp:sp>
    <dsp:sp modelId="{EF3EE6AD-7FA4-41EC-9170-151B02E273D2}">
      <dsp:nvSpPr>
        <dsp:cNvPr id="0" name=""/>
        <dsp:cNvSpPr/>
      </dsp:nvSpPr>
      <dsp:spPr>
        <a:xfrm>
          <a:off x="0" y="1915783"/>
          <a:ext cx="11671534" cy="1625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5841" tIns="124968" rIns="905841" bIns="113792" numCol="1" spcCol="1270" anchor="t" anchorCtr="0">
          <a:noAutofit/>
        </a:bodyPr>
        <a:lstStyle/>
        <a:p>
          <a:pPr marL="171450" lvl="1" indent="-171450" algn="just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>
              <a:latin typeface="Times New Roman"/>
              <a:cs typeface="Times New Roman"/>
            </a:rPr>
            <a:t>Company:</a:t>
          </a:r>
          <a:r>
            <a:rPr lang="en-US" sz="1600" kern="1200">
              <a:latin typeface="Times New Roman"/>
              <a:cs typeface="Times New Roman"/>
            </a:rPr>
            <a:t> BlueDot</a:t>
          </a:r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Times New Roman"/>
              <a:cs typeface="Times New Roman"/>
            </a:rPr>
            <a:t>Uses AI to monitor </a:t>
          </a:r>
          <a:r>
            <a:rPr lang="en-US" sz="1400" b="1" kern="1200">
              <a:latin typeface="Times New Roman"/>
              <a:cs typeface="Times New Roman"/>
            </a:rPr>
            <a:t>multilingual global sources</a:t>
          </a:r>
          <a:r>
            <a:rPr lang="en-US" sz="1400" kern="1200">
              <a:latin typeface="Times New Roman"/>
              <a:cs typeface="Times New Roman"/>
            </a:rPr>
            <a:t> for infectious-disease threats.</a:t>
          </a:r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Times New Roman"/>
              <a:cs typeface="Times New Roman"/>
            </a:rPr>
            <a:t>Provides outbreak alerts, structured intelligence, risk assessments and forecasting.</a:t>
          </a:r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Times New Roman"/>
              <a:cs typeface="Times New Roman"/>
            </a:rPr>
            <a:t>Incorporates contextual factors such as disease spread and vulnerability. </a:t>
          </a:r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>
              <a:latin typeface="Times New Roman"/>
              <a:cs typeface="Times New Roman"/>
            </a:rPr>
            <a:t>Gap:</a:t>
          </a:r>
          <a:r>
            <a:rPr lang="en-US" sz="1400" kern="1200">
              <a:latin typeface="Times New Roman"/>
              <a:cs typeface="Times New Roman"/>
            </a:rPr>
            <a:t> Focuses on </a:t>
          </a:r>
          <a:r>
            <a:rPr lang="en-US" sz="1400" b="1" kern="1200">
              <a:latin typeface="Times New Roman"/>
              <a:cs typeface="Times New Roman"/>
            </a:rPr>
            <a:t>infectious-disease intelligence and forecasting</a:t>
          </a:r>
          <a:r>
            <a:rPr lang="en-US" sz="1400" kern="1200">
              <a:latin typeface="Times New Roman"/>
              <a:cs typeface="Times New Roman"/>
            </a:rPr>
            <a:t>, rather than building an open-ended temporal entity–relationship graph from heterogeneous One Health text.</a:t>
          </a:r>
        </a:p>
      </dsp:txBody>
      <dsp:txXfrm>
        <a:off x="0" y="1915783"/>
        <a:ext cx="11671534" cy="1625400"/>
      </dsp:txXfrm>
    </dsp:sp>
    <dsp:sp modelId="{2EFC1BE4-F723-4F88-936C-A431216981A8}">
      <dsp:nvSpPr>
        <dsp:cNvPr id="0" name=""/>
        <dsp:cNvSpPr/>
      </dsp:nvSpPr>
      <dsp:spPr>
        <a:xfrm>
          <a:off x="583576" y="1827223"/>
          <a:ext cx="8170073" cy="177120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8809" tIns="0" rIns="308809" bIns="0" numCol="1" spcCol="1270" anchor="ctr" anchorCtr="0">
          <a:noAutofit/>
        </a:bodyPr>
        <a:lstStyle/>
        <a:p>
          <a:pPr marL="0" lvl="0" indent="0" algn="just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err="1">
              <a:solidFill>
                <a:schemeClr val="tx1"/>
              </a:solidFill>
              <a:latin typeface="Times New Roman"/>
              <a:cs typeface="Times New Roman"/>
            </a:rPr>
            <a:t>BlueDot</a:t>
          </a:r>
          <a:r>
            <a:rPr lang="en-US" sz="1800" b="1" kern="1200">
              <a:solidFill>
                <a:schemeClr val="tx1"/>
              </a:solidFill>
              <a:latin typeface="Times New Roman"/>
              <a:cs typeface="Times New Roman"/>
            </a:rPr>
            <a:t> — Infectious Disease Intelligence</a:t>
          </a:r>
        </a:p>
      </dsp:txBody>
      <dsp:txXfrm>
        <a:off x="592222" y="1835869"/>
        <a:ext cx="8152781" cy="159828"/>
      </dsp:txXfrm>
    </dsp:sp>
    <dsp:sp modelId="{07949B15-9541-4073-9BDB-08104610F4B9}">
      <dsp:nvSpPr>
        <dsp:cNvPr id="0" name=""/>
        <dsp:cNvSpPr/>
      </dsp:nvSpPr>
      <dsp:spPr>
        <a:xfrm>
          <a:off x="0" y="3662143"/>
          <a:ext cx="11671534" cy="1625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5841" tIns="124968" rIns="905841" bIns="113792" numCol="1" spcCol="1270" anchor="t" anchorCtr="0">
          <a:noAutofit/>
        </a:bodyPr>
        <a:lstStyle/>
        <a:p>
          <a:pPr marL="171450" lvl="1" indent="-171450" algn="just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>
              <a:latin typeface="Times New Roman"/>
              <a:cs typeface="Times New Roman"/>
            </a:rPr>
            <a:t>Organization:</a:t>
          </a:r>
          <a:r>
            <a:rPr lang="en-US" sz="1600" kern="1200">
              <a:latin typeface="Times New Roman"/>
              <a:cs typeface="Times New Roman"/>
            </a:rPr>
            <a:t> University of New South Wales / Kirby Institute</a:t>
          </a:r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Times New Roman"/>
              <a:cs typeface="Times New Roman"/>
            </a:rPr>
            <a:t>Uses AI and open-source data to detect early epidemic signals.</a:t>
          </a:r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Times New Roman"/>
              <a:cs typeface="Times New Roman"/>
            </a:rPr>
            <a:t>Provides real-time situational awareness, dashboards and curated intelligence.</a:t>
          </a:r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Times New Roman"/>
              <a:cs typeface="Times New Roman"/>
            </a:rPr>
            <a:t>Supports ingestion of additional data streams for surveillance. </a:t>
          </a:r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>
              <a:latin typeface="Times New Roman"/>
              <a:cs typeface="Times New Roman"/>
            </a:rPr>
            <a:t>Gap:</a:t>
          </a:r>
          <a:r>
            <a:rPr lang="en-US" sz="1400" kern="1200">
              <a:latin typeface="Times New Roman"/>
              <a:cs typeface="Times New Roman"/>
            </a:rPr>
            <a:t> Strong in </a:t>
          </a:r>
          <a:r>
            <a:rPr lang="en-US" sz="1400" b="1" kern="1200">
              <a:latin typeface="Times New Roman"/>
              <a:cs typeface="Times New Roman"/>
            </a:rPr>
            <a:t>early-warning surveillance</a:t>
          </a:r>
          <a:r>
            <a:rPr lang="en-US" sz="1400" kern="1200">
              <a:latin typeface="Times New Roman"/>
              <a:cs typeface="Times New Roman"/>
            </a:rPr>
            <a:t>, but not centered on constructing a temporal knowledge graph linking human, animal and environmental entities extracted from text.</a:t>
          </a:r>
        </a:p>
      </dsp:txBody>
      <dsp:txXfrm>
        <a:off x="0" y="3662143"/>
        <a:ext cx="11671534" cy="1625400"/>
      </dsp:txXfrm>
    </dsp:sp>
    <dsp:sp modelId="{626A7414-E491-4B9E-819C-59EB4F5772B8}">
      <dsp:nvSpPr>
        <dsp:cNvPr id="0" name=""/>
        <dsp:cNvSpPr/>
      </dsp:nvSpPr>
      <dsp:spPr>
        <a:xfrm>
          <a:off x="583576" y="3573583"/>
          <a:ext cx="8170073" cy="17712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8809" tIns="0" rIns="308809" bIns="0" numCol="1" spcCol="1270" anchor="ctr" anchorCtr="0">
          <a:noAutofit/>
        </a:bodyPr>
        <a:lstStyle/>
        <a:p>
          <a:pPr marL="0" lvl="0" indent="0" algn="just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Times New Roman"/>
              <a:cs typeface="Times New Roman"/>
            </a:rPr>
            <a:t>EPIWATCH — Early Epidemic Intelligence</a:t>
          </a:r>
        </a:p>
      </dsp:txBody>
      <dsp:txXfrm>
        <a:off x="592222" y="3582229"/>
        <a:ext cx="8152781" cy="1598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C11233-430B-4D73-ADF3-73F4A9388006}">
      <dsp:nvSpPr>
        <dsp:cNvPr id="0" name=""/>
        <dsp:cNvSpPr/>
      </dsp:nvSpPr>
      <dsp:spPr>
        <a:xfrm>
          <a:off x="0" y="5387"/>
          <a:ext cx="11009375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just" defTabSz="711200" rtl="0">
            <a:lnSpc>
              <a:spcPct val="114999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To collect and integrate</a:t>
          </a:r>
          <a:r>
            <a:rPr lang="en-US" sz="1600" kern="12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 heterogeneous textual data from scientific, veterinary, public-health, environmental, and disease-surveillance sources.</a:t>
          </a:r>
        </a:p>
      </dsp:txBody>
      <dsp:txXfrm>
        <a:off x="34954" y="40341"/>
        <a:ext cx="10939467" cy="646132"/>
      </dsp:txXfrm>
    </dsp:sp>
    <dsp:sp modelId="{E8828733-AC25-448D-9818-C910D60E7655}">
      <dsp:nvSpPr>
        <dsp:cNvPr id="0" name=""/>
        <dsp:cNvSpPr/>
      </dsp:nvSpPr>
      <dsp:spPr>
        <a:xfrm>
          <a:off x="0" y="738707"/>
          <a:ext cx="11009375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just" defTabSz="711200" rtl="0">
            <a:lnSpc>
              <a:spcPct val="114999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To develop a scalable Big Data preprocessing pipeline</a:t>
          </a:r>
          <a:r>
            <a:rPr lang="en-US" sz="1600" u="sng" kern="12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 </a:t>
          </a:r>
          <a:r>
            <a:rPr lang="en-US" sz="1600" kern="12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using distributed processing for cleaning, deduplication, normalization, and metadata extraction.</a:t>
          </a:r>
        </a:p>
      </dsp:txBody>
      <dsp:txXfrm>
        <a:off x="34954" y="773661"/>
        <a:ext cx="10939467" cy="646132"/>
      </dsp:txXfrm>
    </dsp:sp>
    <dsp:sp modelId="{87B332F6-8661-40BD-8BFC-C4793D4CC4EF}">
      <dsp:nvSpPr>
        <dsp:cNvPr id="0" name=""/>
        <dsp:cNvSpPr/>
      </dsp:nvSpPr>
      <dsp:spPr>
        <a:xfrm>
          <a:off x="0" y="1472027"/>
          <a:ext cx="11009375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just" defTabSz="711200" rtl="0">
            <a:lnSpc>
              <a:spcPct val="114999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To extract and normalize cross-domain relationships</a:t>
          </a:r>
          <a:r>
            <a:rPr lang="en-US" sz="1600" kern="12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 among human, animal, pathogen, disease, environmental, spatial, and temporal entities.</a:t>
          </a:r>
        </a:p>
      </dsp:txBody>
      <dsp:txXfrm>
        <a:off x="34954" y="1506981"/>
        <a:ext cx="10939467" cy="646132"/>
      </dsp:txXfrm>
    </dsp:sp>
    <dsp:sp modelId="{1CD1D87B-B5C8-4351-A1BC-485D68BFDF74}">
      <dsp:nvSpPr>
        <dsp:cNvPr id="0" name=""/>
        <dsp:cNvSpPr/>
      </dsp:nvSpPr>
      <dsp:spPr>
        <a:xfrm>
          <a:off x="0" y="2205347"/>
          <a:ext cx="11009375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just" defTabSz="711200" rtl="0">
            <a:lnSpc>
              <a:spcPct val="114999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To construct a temporal One Health Knowledge Graph</a:t>
          </a:r>
          <a:r>
            <a:rPr lang="en-US" sz="1600" kern="12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 representing entities, relationships, time, location, and source provenance.</a:t>
          </a:r>
        </a:p>
      </dsp:txBody>
      <dsp:txXfrm>
        <a:off x="34954" y="2240301"/>
        <a:ext cx="10939467" cy="646132"/>
      </dsp:txXfrm>
    </dsp:sp>
    <dsp:sp modelId="{BED31E3F-3FCF-468B-AF8D-36F0B2EC492C}">
      <dsp:nvSpPr>
        <dsp:cNvPr id="0" name=""/>
        <dsp:cNvSpPr/>
      </dsp:nvSpPr>
      <dsp:spPr>
        <a:xfrm>
          <a:off x="0" y="2938668"/>
          <a:ext cx="11009375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just" defTabSz="711200" rtl="0">
            <a:lnSpc>
              <a:spcPct val="114999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To analyze spatiotemporal patterns</a:t>
          </a:r>
          <a:r>
            <a:rPr lang="en-US" sz="1600" kern="12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 including disease trends, pathogen frequency changes, geographic expansion, host changes, and cross-domain associations.</a:t>
          </a:r>
        </a:p>
      </dsp:txBody>
      <dsp:txXfrm>
        <a:off x="34954" y="2973622"/>
        <a:ext cx="10939467" cy="646132"/>
      </dsp:txXfrm>
    </dsp:sp>
    <dsp:sp modelId="{F93C1353-D37D-4B42-A6CB-4D1E713E931F}">
      <dsp:nvSpPr>
        <dsp:cNvPr id="0" name=""/>
        <dsp:cNvSpPr/>
      </dsp:nvSpPr>
      <dsp:spPr>
        <a:xfrm>
          <a:off x="0" y="3671988"/>
          <a:ext cx="11009375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just" defTabSz="711200" rtl="0">
            <a:lnSpc>
              <a:spcPct val="114999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To develop an interpretable emerging-signal detection mechanism</a:t>
          </a:r>
          <a:r>
            <a:rPr lang="en-US" sz="1600" b="1" u="none" kern="12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 </a:t>
          </a:r>
          <a:r>
            <a:rPr lang="en-US" sz="1600" u="none" kern="12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using</a:t>
          </a:r>
          <a:r>
            <a:rPr lang="en-US" sz="1600" kern="12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 temporal, spatial, source, and cross-domain characteristics to identify potential disease-intelligence signals.</a:t>
          </a:r>
        </a:p>
      </dsp:txBody>
      <dsp:txXfrm>
        <a:off x="34954" y="3706942"/>
        <a:ext cx="10939467" cy="646132"/>
      </dsp:txXfrm>
    </dsp:sp>
    <dsp:sp modelId="{052C07F5-BE88-4587-A9B9-63A80C186D2B}">
      <dsp:nvSpPr>
        <dsp:cNvPr id="0" name=""/>
        <dsp:cNvSpPr/>
      </dsp:nvSpPr>
      <dsp:spPr>
        <a:xfrm>
          <a:off x="0" y="4405308"/>
          <a:ext cx="11009375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just" defTabSz="711200" rtl="0">
            <a:lnSpc>
              <a:spcPct val="114999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To develop an evidence-linked visualization dashboard</a:t>
          </a:r>
          <a:r>
            <a:rPr lang="en-US" sz="1600" kern="1200">
              <a:solidFill>
                <a:srgbClr val="44546A"/>
              </a:solidFill>
              <a:latin typeface="Times New Roman"/>
              <a:ea typeface="+mn-ea"/>
              <a:cs typeface="Times New Roman"/>
            </a:rPr>
            <a:t> for exploring the knowledge graph, temporal trends, geographic patterns, emerging signals, and their supporting source documents.</a:t>
          </a:r>
        </a:p>
      </dsp:txBody>
      <dsp:txXfrm>
        <a:off x="34954" y="4440262"/>
        <a:ext cx="10939467" cy="6461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B51471-1ACB-4DF5-84CE-A98C6A9A3E60}">
      <dsp:nvSpPr>
        <dsp:cNvPr id="0" name=""/>
        <dsp:cNvSpPr/>
      </dsp:nvSpPr>
      <dsp:spPr>
        <a:xfrm>
          <a:off x="4432" y="145527"/>
          <a:ext cx="2665265" cy="6210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Times New Roman"/>
              <a:cs typeface="Times New Roman"/>
            </a:rPr>
            <a:t>True Tri-Domain Integration</a:t>
          </a:r>
          <a:endParaRPr lang="en-US" sz="1800" kern="120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432" y="145527"/>
        <a:ext cx="2665265" cy="621094"/>
      </dsp:txXfrm>
    </dsp:sp>
    <dsp:sp modelId="{6E2E04E6-DC56-4892-8152-28451293A479}">
      <dsp:nvSpPr>
        <dsp:cNvPr id="0" name=""/>
        <dsp:cNvSpPr/>
      </dsp:nvSpPr>
      <dsp:spPr>
        <a:xfrm>
          <a:off x="4432" y="766622"/>
          <a:ext cx="2665265" cy="434807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/>
              <a:cs typeface="Times New Roman"/>
            </a:rPr>
            <a:t>Traditional outbreak detection platforms focus primarily on </a:t>
          </a:r>
          <a:r>
            <a:rPr lang="en-US" sz="1800" b="1" kern="1200">
              <a:latin typeface="Times New Roman"/>
              <a:cs typeface="Times New Roman"/>
            </a:rPr>
            <a:t>human health indicators and media reports.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b="1" kern="1200">
            <a:latin typeface="Times New Roman"/>
            <a:cs typeface="Times New Roman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/>
              <a:cs typeface="Times New Roman"/>
            </a:rPr>
            <a:t>One Health Nexus elevates </a:t>
          </a:r>
          <a:r>
            <a:rPr lang="en-US" sz="1800" b="1" kern="1200">
              <a:latin typeface="Times New Roman"/>
              <a:cs typeface="Times New Roman"/>
            </a:rPr>
            <a:t>animal, human, and environmental entities to first-class graph nodes</a:t>
          </a:r>
          <a:r>
            <a:rPr lang="en-US" sz="1800" kern="1200">
              <a:latin typeface="Times New Roman"/>
              <a:cs typeface="Times New Roman"/>
            </a:rPr>
            <a:t> rather than secondary metadata, unlocking genuine </a:t>
          </a:r>
          <a:r>
            <a:rPr lang="en-US" sz="1800" b="1" kern="1200">
              <a:latin typeface="Times New Roman"/>
              <a:cs typeface="Times New Roman"/>
            </a:rPr>
            <a:t>cross-domain link discovery.</a:t>
          </a:r>
        </a:p>
      </dsp:txBody>
      <dsp:txXfrm>
        <a:off x="4432" y="766622"/>
        <a:ext cx="2665265" cy="4348079"/>
      </dsp:txXfrm>
    </dsp:sp>
    <dsp:sp modelId="{90BDAFEE-6E50-4D11-A619-B01E21D9BFD3}">
      <dsp:nvSpPr>
        <dsp:cNvPr id="0" name=""/>
        <dsp:cNvSpPr/>
      </dsp:nvSpPr>
      <dsp:spPr>
        <a:xfrm>
          <a:off x="3042834" y="145527"/>
          <a:ext cx="2665265" cy="621094"/>
        </a:xfrm>
        <a:prstGeom prst="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254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Times New Roman"/>
              <a:cs typeface="Times New Roman"/>
            </a:rPr>
            <a:t>Dynamic Temporal Knowledge Graphs</a:t>
          </a:r>
          <a:endParaRPr lang="en-US" sz="1800" kern="120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3042834" y="145527"/>
        <a:ext cx="2665265" cy="621094"/>
      </dsp:txXfrm>
    </dsp:sp>
    <dsp:sp modelId="{CC5E5D4F-0806-4A62-9DEF-63E7D1BF9D2E}">
      <dsp:nvSpPr>
        <dsp:cNvPr id="0" name=""/>
        <dsp:cNvSpPr/>
      </dsp:nvSpPr>
      <dsp:spPr>
        <a:xfrm>
          <a:off x="3042834" y="766622"/>
          <a:ext cx="2665265" cy="4348079"/>
        </a:xfrm>
        <a:prstGeom prst="rect">
          <a:avLst/>
        </a:prstGeom>
        <a:solidFill>
          <a:schemeClr val="accent5">
            <a:tint val="40000"/>
            <a:alpha val="90000"/>
            <a:hueOff val="-2246587"/>
            <a:satOff val="-7611"/>
            <a:lumOff val="-976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2246587"/>
              <a:satOff val="-7611"/>
              <a:lumOff val="-9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/>
              <a:cs typeface="Times New Roman"/>
            </a:rPr>
            <a:t>Replaces static knowledge snapshots with a </a:t>
          </a:r>
          <a:r>
            <a:rPr lang="en-US" sz="1800" b="1" kern="1200">
              <a:latin typeface="Times New Roman"/>
              <a:cs typeface="Times New Roman"/>
            </a:rPr>
            <a:t>continuously versioned temporal graph.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b="1" kern="1200">
            <a:latin typeface="Times New Roman"/>
            <a:cs typeface="Times New Roman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/>
              <a:cs typeface="Times New Roman"/>
            </a:rPr>
            <a:t>Tracks </a:t>
          </a:r>
          <a:r>
            <a:rPr lang="en-US" sz="1800" b="1" kern="1200">
              <a:latin typeface="Times New Roman"/>
              <a:cs typeface="Times New Roman"/>
            </a:rPr>
            <a:t>relationship drift</a:t>
          </a:r>
          <a:r>
            <a:rPr lang="en-US" sz="1800" kern="1200">
              <a:latin typeface="Times New Roman"/>
              <a:cs typeface="Times New Roman"/>
            </a:rPr>
            <a:t> such as pathogens acquiring new hosts or expanding into novel territories to learn</a:t>
          </a:r>
          <a:r>
            <a:rPr lang="en-US" sz="1800" b="1" kern="1200">
              <a:latin typeface="Times New Roman"/>
              <a:cs typeface="Times New Roman"/>
            </a:rPr>
            <a:t> transmission decay, recurrence, and evolutionary pathways.</a:t>
          </a:r>
        </a:p>
      </dsp:txBody>
      <dsp:txXfrm>
        <a:off x="3042834" y="766622"/>
        <a:ext cx="2665265" cy="4348079"/>
      </dsp:txXfrm>
    </dsp:sp>
    <dsp:sp modelId="{7E79FE9C-7328-4A04-8A2C-81E75CDF9AE3}">
      <dsp:nvSpPr>
        <dsp:cNvPr id="0" name=""/>
        <dsp:cNvSpPr/>
      </dsp:nvSpPr>
      <dsp:spPr>
        <a:xfrm>
          <a:off x="6081237" y="145527"/>
          <a:ext cx="2665265" cy="621094"/>
        </a:xfrm>
        <a:prstGeom prst="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254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Times New Roman"/>
              <a:cs typeface="Times New Roman"/>
            </a:rPr>
            <a:t>Cross-Silo Weak Signal Synthesis</a:t>
          </a:r>
          <a:endParaRPr lang="en-US" sz="1800" kern="120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6081237" y="145527"/>
        <a:ext cx="2665265" cy="621094"/>
      </dsp:txXfrm>
    </dsp:sp>
    <dsp:sp modelId="{FE5C19D1-C098-48C0-AE47-99B32EAF5869}">
      <dsp:nvSpPr>
        <dsp:cNvPr id="0" name=""/>
        <dsp:cNvSpPr/>
      </dsp:nvSpPr>
      <dsp:spPr>
        <a:xfrm>
          <a:off x="6081237" y="766622"/>
          <a:ext cx="2665265" cy="4348079"/>
        </a:xfrm>
        <a:prstGeom prst="rect">
          <a:avLst/>
        </a:prstGeom>
        <a:solidFill>
          <a:schemeClr val="accent5">
            <a:tint val="40000"/>
            <a:alpha val="90000"/>
            <a:hueOff val="-4493175"/>
            <a:satOff val="-15221"/>
            <a:lumOff val="-1952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4493175"/>
              <a:satOff val="-15221"/>
              <a:lumOff val="-19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/>
              <a:cs typeface="Times New Roman"/>
            </a:rPr>
            <a:t>Connects </a:t>
          </a:r>
          <a:r>
            <a:rPr lang="en-US" sz="1800" b="1" kern="1200">
              <a:latin typeface="Times New Roman"/>
              <a:cs typeface="Times New Roman"/>
            </a:rPr>
            <a:t>fragmented, non-obvious multi-hop indicators </a:t>
          </a:r>
          <a:r>
            <a:rPr lang="en-US" sz="1800" kern="1200">
              <a:latin typeface="Times New Roman"/>
              <a:cs typeface="Times New Roman"/>
            </a:rPr>
            <a:t>scattered across unstructured literature.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b="0" kern="1200">
            <a:latin typeface="Times New Roman"/>
            <a:cs typeface="Times New Roman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>
              <a:latin typeface="Times New Roman"/>
              <a:cs typeface="Times New Roman"/>
            </a:rPr>
            <a:t>Uncovers complex causal chains </a:t>
          </a:r>
          <a:r>
            <a:rPr lang="en-US" sz="1800" kern="1200">
              <a:latin typeface="Times New Roman"/>
              <a:cs typeface="Times New Roman"/>
            </a:rPr>
            <a:t>such as regional deforestation leading to bat migration, which results in livestock exposure and ultimately triggers human case clusters that manual surveillance cannot link in time.</a:t>
          </a:r>
        </a:p>
      </dsp:txBody>
      <dsp:txXfrm>
        <a:off x="6081237" y="766622"/>
        <a:ext cx="2665265" cy="4348079"/>
      </dsp:txXfrm>
    </dsp:sp>
    <dsp:sp modelId="{518F4397-F2A1-424B-8226-011DA74DA824}">
      <dsp:nvSpPr>
        <dsp:cNvPr id="0" name=""/>
        <dsp:cNvSpPr/>
      </dsp:nvSpPr>
      <dsp:spPr>
        <a:xfrm>
          <a:off x="9119639" y="145527"/>
          <a:ext cx="2665265" cy="621094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254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Times New Roman"/>
              <a:cs typeface="Times New Roman"/>
            </a:rPr>
            <a:t>Proactive Emerging-Signal Detection</a:t>
          </a:r>
          <a:endParaRPr lang="en-US" sz="1800" kern="120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9119639" y="145527"/>
        <a:ext cx="2665265" cy="621094"/>
      </dsp:txXfrm>
    </dsp:sp>
    <dsp:sp modelId="{0534B315-5945-4343-A855-55461338E179}">
      <dsp:nvSpPr>
        <dsp:cNvPr id="0" name=""/>
        <dsp:cNvSpPr/>
      </dsp:nvSpPr>
      <dsp:spPr>
        <a:xfrm>
          <a:off x="9119639" y="766622"/>
          <a:ext cx="2665265" cy="4348079"/>
        </a:xfrm>
        <a:prstGeom prst="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/>
              <a:cs typeface="Times New Roman"/>
            </a:rPr>
            <a:t>Goes beyond </a:t>
          </a:r>
          <a:r>
            <a:rPr lang="en-US" sz="1800" b="1" kern="1200">
              <a:latin typeface="Times New Roman"/>
              <a:cs typeface="Times New Roman"/>
            </a:rPr>
            <a:t>passive querying</a:t>
          </a:r>
          <a:r>
            <a:rPr lang="en-US" sz="1800" kern="1200">
              <a:latin typeface="Times New Roman"/>
              <a:cs typeface="Times New Roman"/>
            </a:rPr>
            <a:t> to actively detect </a:t>
          </a:r>
          <a:r>
            <a:rPr lang="en-US" sz="1800" b="1" kern="1200">
              <a:latin typeface="Times New Roman"/>
              <a:cs typeface="Times New Roman"/>
            </a:rPr>
            <a:t>critical relationship shifts</a:t>
          </a:r>
          <a:r>
            <a:rPr lang="en-US" sz="1800" kern="1200">
              <a:latin typeface="Times New Roman"/>
              <a:cs typeface="Times New Roman"/>
            </a:rPr>
            <a:t> that warrant immediate public-health attention.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b="0" kern="1200">
            <a:latin typeface="Times New Roman"/>
            <a:cs typeface="Times New Roman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>
              <a:latin typeface="Times New Roman"/>
              <a:cs typeface="Times New Roman"/>
            </a:rPr>
            <a:t>Combines automated information extraction, structured knowledge representation, and temporal graph analysis </a:t>
          </a:r>
          <a:r>
            <a:rPr lang="en-US" sz="1800" kern="1200">
              <a:latin typeface="Times New Roman"/>
              <a:cs typeface="Times New Roman"/>
            </a:rPr>
            <a:t>to generate early surveillance signals.</a:t>
          </a:r>
        </a:p>
      </dsp:txBody>
      <dsp:txXfrm>
        <a:off x="9119639" y="766622"/>
        <a:ext cx="2665265" cy="43480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A98B31-C757-4CF8-A47A-909AE9F442C2}">
      <dsp:nvSpPr>
        <dsp:cNvPr id="0" name=""/>
        <dsp:cNvSpPr/>
      </dsp:nvSpPr>
      <dsp:spPr>
        <a:xfrm>
          <a:off x="10126" y="184737"/>
          <a:ext cx="3026628" cy="18159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highlight>
                <a:srgbClr val="FFFF00"/>
              </a:highlight>
              <a:latin typeface="Times New Roman"/>
              <a:cs typeface="Times New Roman"/>
            </a:rPr>
            <a:t>Week 1 — Data Collection</a:t>
          </a:r>
          <a:endParaRPr lang="en-US" sz="1800" kern="1200">
            <a:highlight>
              <a:srgbClr val="FFFF00"/>
            </a:highlight>
            <a:latin typeface="Times New Roman"/>
            <a:cs typeface="Times New Roman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/>
              <a:cs typeface="Times New Roman"/>
            </a:rPr>
            <a:t>Multi-domain data gathering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/>
              <a:cs typeface="Times New Roman"/>
            </a:rPr>
            <a:t>Human, animal &amp; environmental sources</a:t>
          </a:r>
        </a:p>
      </dsp:txBody>
      <dsp:txXfrm>
        <a:off x="63314" y="237925"/>
        <a:ext cx="2920252" cy="1709600"/>
      </dsp:txXfrm>
    </dsp:sp>
    <dsp:sp modelId="{503E052F-BFF5-4F93-829E-E36627557205}">
      <dsp:nvSpPr>
        <dsp:cNvPr id="0" name=""/>
        <dsp:cNvSpPr/>
      </dsp:nvSpPr>
      <dsp:spPr>
        <a:xfrm>
          <a:off x="3303097" y="717423"/>
          <a:ext cx="641645" cy="7506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3303097" y="867544"/>
        <a:ext cx="449152" cy="450361"/>
      </dsp:txXfrm>
    </dsp:sp>
    <dsp:sp modelId="{702DAEDC-91C9-4444-99BA-C1C60895FD71}">
      <dsp:nvSpPr>
        <dsp:cNvPr id="0" name=""/>
        <dsp:cNvSpPr/>
      </dsp:nvSpPr>
      <dsp:spPr>
        <a:xfrm>
          <a:off x="4247405" y="184737"/>
          <a:ext cx="3026628" cy="18159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highlight>
                <a:srgbClr val="FFFF00"/>
              </a:highlight>
              <a:latin typeface="Times New Roman"/>
              <a:cs typeface="Times New Roman"/>
            </a:rPr>
            <a:t>Week 1 — Data Preprocessing</a:t>
          </a:r>
          <a:endParaRPr lang="en-US" sz="2300" kern="1200">
            <a:highlight>
              <a:srgbClr val="FFFF00"/>
            </a:highlight>
            <a:latin typeface="Times New Roman"/>
            <a:cs typeface="Times New Roman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/>
              <a:cs typeface="Times New Roman"/>
            </a:rPr>
            <a:t>Cleaning &amp; normalization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/>
              <a:cs typeface="Times New Roman"/>
            </a:rPr>
            <a:t>Data structuring</a:t>
          </a:r>
        </a:p>
      </dsp:txBody>
      <dsp:txXfrm>
        <a:off x="4300593" y="237925"/>
        <a:ext cx="2920252" cy="1709600"/>
      </dsp:txXfrm>
    </dsp:sp>
    <dsp:sp modelId="{A5997986-98F1-4185-89E1-2341F2100A7C}">
      <dsp:nvSpPr>
        <dsp:cNvPr id="0" name=""/>
        <dsp:cNvSpPr/>
      </dsp:nvSpPr>
      <dsp:spPr>
        <a:xfrm>
          <a:off x="7540377" y="717423"/>
          <a:ext cx="641645" cy="7506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540377" y="867544"/>
        <a:ext cx="449152" cy="450361"/>
      </dsp:txXfrm>
    </dsp:sp>
    <dsp:sp modelId="{B3AD10C1-6EE7-40D3-9305-DAC09BBAF274}">
      <dsp:nvSpPr>
        <dsp:cNvPr id="0" name=""/>
        <dsp:cNvSpPr/>
      </dsp:nvSpPr>
      <dsp:spPr>
        <a:xfrm>
          <a:off x="8484685" y="184737"/>
          <a:ext cx="3026628" cy="18159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highlight>
                <a:srgbClr val="FFFF00"/>
              </a:highlight>
              <a:latin typeface="Times New Roman"/>
              <a:cs typeface="Times New Roman"/>
            </a:rPr>
            <a:t>Week 2 — NLP Extraction</a:t>
          </a:r>
          <a:endParaRPr lang="en-US" sz="2300" kern="1200">
            <a:highlight>
              <a:srgbClr val="FFFF00"/>
            </a:highlight>
            <a:latin typeface="Times New Roman"/>
            <a:cs typeface="Times New Roman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/>
              <a:cs typeface="Times New Roman"/>
            </a:rPr>
            <a:t>Entity recognition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/>
              <a:cs typeface="Times New Roman"/>
            </a:rPr>
            <a:t>Relationship &amp; temporal extraction</a:t>
          </a:r>
        </a:p>
      </dsp:txBody>
      <dsp:txXfrm>
        <a:off x="8537873" y="237925"/>
        <a:ext cx="2920252" cy="1709600"/>
      </dsp:txXfrm>
    </dsp:sp>
    <dsp:sp modelId="{B50C87B6-5BA4-4DDC-B065-34B3CE43A182}">
      <dsp:nvSpPr>
        <dsp:cNvPr id="0" name=""/>
        <dsp:cNvSpPr/>
      </dsp:nvSpPr>
      <dsp:spPr>
        <a:xfrm rot="5400000">
          <a:off x="9677176" y="2212578"/>
          <a:ext cx="641645" cy="7506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9772819" y="2267057"/>
        <a:ext cx="450361" cy="449152"/>
      </dsp:txXfrm>
    </dsp:sp>
    <dsp:sp modelId="{014FEDCE-4433-48AE-9238-655B8A728E6A}">
      <dsp:nvSpPr>
        <dsp:cNvPr id="0" name=""/>
        <dsp:cNvSpPr/>
      </dsp:nvSpPr>
      <dsp:spPr>
        <a:xfrm>
          <a:off x="8484685" y="3211365"/>
          <a:ext cx="3026628" cy="18159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highlight>
                <a:srgbClr val="FFFF00"/>
              </a:highlight>
              <a:latin typeface="Times New Roman"/>
              <a:cs typeface="Times New Roman"/>
            </a:rPr>
            <a:t>Week 3 — Knowledge Graph</a:t>
          </a:r>
          <a:endParaRPr lang="en-US" sz="1800" kern="1200">
            <a:highlight>
              <a:srgbClr val="FFFF00"/>
            </a:highlight>
            <a:latin typeface="Times New Roman"/>
            <a:cs typeface="Times New Roman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/>
              <a:cs typeface="Times New Roman"/>
            </a:rPr>
            <a:t>Temporal graph construction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/>
              <a:cs typeface="Times New Roman"/>
            </a:rPr>
            <a:t>Cross-domain entity linking</a:t>
          </a:r>
        </a:p>
      </dsp:txBody>
      <dsp:txXfrm>
        <a:off x="8537873" y="3264553"/>
        <a:ext cx="2920252" cy="1709600"/>
      </dsp:txXfrm>
    </dsp:sp>
    <dsp:sp modelId="{81950242-DA7C-4B09-81DE-BBE37DDAA85F}">
      <dsp:nvSpPr>
        <dsp:cNvPr id="0" name=""/>
        <dsp:cNvSpPr/>
      </dsp:nvSpPr>
      <dsp:spPr>
        <a:xfrm rot="10800000">
          <a:off x="7576696" y="3744052"/>
          <a:ext cx="641645" cy="7506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7769189" y="3894173"/>
        <a:ext cx="449152" cy="450361"/>
      </dsp:txXfrm>
    </dsp:sp>
    <dsp:sp modelId="{0021EB9F-AA87-4033-B05B-4B6F08F9FFAB}">
      <dsp:nvSpPr>
        <dsp:cNvPr id="0" name=""/>
        <dsp:cNvSpPr/>
      </dsp:nvSpPr>
      <dsp:spPr>
        <a:xfrm>
          <a:off x="4247405" y="3211365"/>
          <a:ext cx="3026628" cy="18159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highlight>
                <a:srgbClr val="FFFF00"/>
              </a:highlight>
              <a:latin typeface="Times New Roman"/>
              <a:cs typeface="Times New Roman"/>
            </a:rPr>
            <a:t>Week 3 — Signal Detection</a:t>
          </a:r>
          <a:endParaRPr lang="en-US" sz="2300" kern="1200">
            <a:highlight>
              <a:srgbClr val="FFFF00"/>
            </a:highlight>
            <a:latin typeface="Times New Roman"/>
            <a:cs typeface="Times New Roman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/>
              <a:cs typeface="Times New Roman"/>
            </a:rPr>
            <a:t>Pattern &amp; anomaly detection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/>
              <a:cs typeface="Times New Roman"/>
            </a:rPr>
            <a:t>Emerging risk identification</a:t>
          </a:r>
        </a:p>
      </dsp:txBody>
      <dsp:txXfrm>
        <a:off x="4300593" y="3264553"/>
        <a:ext cx="2920252" cy="1709600"/>
      </dsp:txXfrm>
    </dsp:sp>
    <dsp:sp modelId="{F5A11018-0558-45D3-A646-22C372FB0F37}">
      <dsp:nvSpPr>
        <dsp:cNvPr id="0" name=""/>
        <dsp:cNvSpPr/>
      </dsp:nvSpPr>
      <dsp:spPr>
        <a:xfrm rot="10800000">
          <a:off x="3339417" y="3744052"/>
          <a:ext cx="641645" cy="7506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3531910" y="3894173"/>
        <a:ext cx="449152" cy="450361"/>
      </dsp:txXfrm>
    </dsp:sp>
    <dsp:sp modelId="{44B3D33E-BBD8-49A2-918A-6716A1195049}">
      <dsp:nvSpPr>
        <dsp:cNvPr id="0" name=""/>
        <dsp:cNvSpPr/>
      </dsp:nvSpPr>
      <dsp:spPr>
        <a:xfrm>
          <a:off x="10126" y="3211365"/>
          <a:ext cx="3026628" cy="18159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highlight>
                <a:srgbClr val="FFFF00"/>
              </a:highlight>
              <a:latin typeface="Times New Roman"/>
              <a:cs typeface="Times New Roman"/>
            </a:rPr>
            <a:t>Week 4 — Dashboard</a:t>
          </a:r>
          <a:endParaRPr lang="en-US" sz="1800" kern="1200">
            <a:highlight>
              <a:srgbClr val="FFFF00"/>
            </a:highlight>
            <a:latin typeface="Times New Roman"/>
            <a:cs typeface="Times New Roman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/>
              <a:cs typeface="Times New Roman"/>
            </a:rPr>
            <a:t>Interactive visualization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/>
              <a:cs typeface="Times New Roman"/>
            </a:rPr>
            <a:t>Insights &amp; monitoring</a:t>
          </a:r>
        </a:p>
      </dsp:txBody>
      <dsp:txXfrm>
        <a:off x="63314" y="3264553"/>
        <a:ext cx="2920252" cy="17096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82629-AC85-4EAA-827A-C062E4ED5FC1}">
      <dsp:nvSpPr>
        <dsp:cNvPr id="0" name=""/>
        <dsp:cNvSpPr/>
      </dsp:nvSpPr>
      <dsp:spPr>
        <a:xfrm>
          <a:off x="5580" y="300122"/>
          <a:ext cx="2139267" cy="8310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Times New Roman"/>
              <a:cs typeface="Times New Roman"/>
            </a:rPr>
            <a:t>Multilingual NLP</a:t>
          </a:r>
          <a:endParaRPr lang="en-US" sz="1700" b="0" kern="1200">
            <a:latin typeface="Times New Roman"/>
            <a:cs typeface="Times New Roman"/>
          </a:endParaRPr>
        </a:p>
      </dsp:txBody>
      <dsp:txXfrm>
        <a:off x="5580" y="300122"/>
        <a:ext cx="2139267" cy="831037"/>
      </dsp:txXfrm>
    </dsp:sp>
    <dsp:sp modelId="{526E7BCC-EFB3-4A35-954D-14493B97FE0F}">
      <dsp:nvSpPr>
        <dsp:cNvPr id="0" name=""/>
        <dsp:cNvSpPr/>
      </dsp:nvSpPr>
      <dsp:spPr>
        <a:xfrm>
          <a:off x="5580" y="1131160"/>
          <a:ext cx="2139267" cy="379298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 rtl="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>
              <a:latin typeface="Times New Roman"/>
              <a:cs typeface="Times New Roman"/>
            </a:rPr>
            <a:t>Extend the pipeline </a:t>
          </a:r>
          <a:r>
            <a:rPr lang="en-US" sz="1700" b="1" kern="1200">
              <a:latin typeface="Times New Roman"/>
              <a:cs typeface="Times New Roman"/>
            </a:rPr>
            <a:t>beyond English</a:t>
          </a:r>
          <a:endParaRPr lang="en-US" sz="1700" b="1" kern="1200"/>
        </a:p>
        <a:p>
          <a:pPr marL="171450" lvl="1" indent="-171450" algn="l" defTabSz="7556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b="1" kern="1200">
            <a:latin typeface="Times New Roman"/>
            <a:cs typeface="Times New Roman"/>
          </a:endParaRPr>
        </a:p>
        <a:p>
          <a:pPr marL="171450" lvl="1" indent="-171450" algn="l" defTabSz="755650" rtl="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>
              <a:latin typeface="Times New Roman"/>
              <a:cs typeface="Times New Roman"/>
            </a:rPr>
            <a:t>Capture region-specific veterinary and environmental reports</a:t>
          </a:r>
          <a:endParaRPr lang="en-US" sz="1700" b="1" kern="1200"/>
        </a:p>
        <a:p>
          <a:pPr marL="171450" lvl="1" indent="-171450" algn="l" defTabSz="7556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b="1" kern="1200">
            <a:latin typeface="Times New Roman"/>
            <a:cs typeface="Times New Roman"/>
          </a:endParaRPr>
        </a:p>
        <a:p>
          <a:pPr marL="171450" lvl="1" indent="-171450" algn="l" defTabSz="755650" rtl="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>
              <a:latin typeface="Times New Roman"/>
              <a:cs typeface="Times New Roman"/>
            </a:rPr>
            <a:t>Improve coverage across </a:t>
          </a:r>
          <a:r>
            <a:rPr lang="en-US" sz="1700" b="1" kern="1200">
              <a:latin typeface="Times New Roman"/>
              <a:cs typeface="Times New Roman"/>
            </a:rPr>
            <a:t>diverse geographic regions</a:t>
          </a:r>
          <a:endParaRPr lang="en-US" sz="1700" b="1" kern="1200"/>
        </a:p>
      </dsp:txBody>
      <dsp:txXfrm>
        <a:off x="5580" y="1131160"/>
        <a:ext cx="2139267" cy="3792989"/>
      </dsp:txXfrm>
    </dsp:sp>
    <dsp:sp modelId="{9D853B6E-EAFF-4194-9D4B-876189FA232F}">
      <dsp:nvSpPr>
        <dsp:cNvPr id="0" name=""/>
        <dsp:cNvSpPr/>
      </dsp:nvSpPr>
      <dsp:spPr>
        <a:xfrm>
          <a:off x="2444345" y="300122"/>
          <a:ext cx="2139267" cy="831037"/>
        </a:xfrm>
        <a:prstGeom prst="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254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Times New Roman"/>
              <a:cs typeface="Times New Roman"/>
            </a:rPr>
            <a:t>Real-Time Streaming</a:t>
          </a:r>
          <a:endParaRPr lang="en-US" sz="1700" b="0" kern="1200">
            <a:latin typeface="Times New Roman"/>
            <a:cs typeface="Times New Roman"/>
          </a:endParaRPr>
        </a:p>
      </dsp:txBody>
      <dsp:txXfrm>
        <a:off x="2444345" y="300122"/>
        <a:ext cx="2139267" cy="831037"/>
      </dsp:txXfrm>
    </dsp:sp>
    <dsp:sp modelId="{25893E6A-286D-4AE4-A92E-E0347AE4BA7B}">
      <dsp:nvSpPr>
        <dsp:cNvPr id="0" name=""/>
        <dsp:cNvSpPr/>
      </dsp:nvSpPr>
      <dsp:spPr>
        <a:xfrm>
          <a:off x="2444345" y="1131160"/>
          <a:ext cx="2139267" cy="3792989"/>
        </a:xfrm>
        <a:prstGeom prst="rect">
          <a:avLst/>
        </a:prstGeom>
        <a:solidFill>
          <a:schemeClr val="accent2">
            <a:tint val="40000"/>
            <a:alpha val="90000"/>
            <a:hueOff val="-212306"/>
            <a:satOff val="-18836"/>
            <a:lumOff val="-19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-212306"/>
              <a:satOff val="-18836"/>
              <a:lumOff val="-1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>
              <a:latin typeface="Times New Roman"/>
              <a:cs typeface="Times New Roman"/>
            </a:rPr>
            <a:t>Move from batch processing to </a:t>
          </a:r>
          <a:r>
            <a:rPr lang="en-US" sz="1700" b="1" kern="1200">
              <a:latin typeface="Times New Roman"/>
              <a:cs typeface="Times New Roman"/>
            </a:rPr>
            <a:t>continuous data ingestion</a:t>
          </a:r>
          <a:endParaRPr lang="en-US" sz="1700" b="1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b="1" kern="1200">
            <a:latin typeface="Times New Roman"/>
            <a:cs typeface="Times New Roman"/>
          </a:endParaRP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>
              <a:latin typeface="Times New Roman"/>
              <a:cs typeface="Times New Roman"/>
            </a:rPr>
            <a:t>Enable </a:t>
          </a:r>
          <a:r>
            <a:rPr lang="en-US" sz="1700" b="1" kern="1200">
              <a:latin typeface="Times New Roman"/>
              <a:cs typeface="Times New Roman"/>
            </a:rPr>
            <a:t>near-real-time monitoring and anomaly detection</a:t>
          </a:r>
          <a:endParaRPr lang="en-US" sz="1700" b="1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b="1" kern="1200">
            <a:latin typeface="Times New Roman"/>
            <a:cs typeface="Times New Roman"/>
          </a:endParaRP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>
              <a:latin typeface="Times New Roman"/>
              <a:cs typeface="Times New Roman"/>
            </a:rPr>
            <a:t>Support </a:t>
          </a:r>
          <a:r>
            <a:rPr lang="en-US" sz="1700" b="1" kern="1200">
              <a:latin typeface="Times New Roman"/>
              <a:cs typeface="Times New Roman"/>
            </a:rPr>
            <a:t>faster public-health alerts</a:t>
          </a:r>
          <a:endParaRPr lang="en-US" sz="1700" b="1" kern="1200"/>
        </a:p>
      </dsp:txBody>
      <dsp:txXfrm>
        <a:off x="2444345" y="1131160"/>
        <a:ext cx="2139267" cy="3792989"/>
      </dsp:txXfrm>
    </dsp:sp>
    <dsp:sp modelId="{F1BCF02F-053D-41B2-9BDB-A7CC05BDA1BC}">
      <dsp:nvSpPr>
        <dsp:cNvPr id="0" name=""/>
        <dsp:cNvSpPr/>
      </dsp:nvSpPr>
      <dsp:spPr>
        <a:xfrm>
          <a:off x="4883110" y="300122"/>
          <a:ext cx="2139267" cy="831037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254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Times New Roman"/>
              <a:cs typeface="Times New Roman"/>
            </a:rPr>
            <a:t>Structured Data Integration</a:t>
          </a:r>
          <a:endParaRPr lang="en-US" sz="1700" b="0" kern="1200">
            <a:latin typeface="Times New Roman"/>
            <a:cs typeface="Times New Roman"/>
          </a:endParaRPr>
        </a:p>
      </dsp:txBody>
      <dsp:txXfrm>
        <a:off x="4883110" y="300122"/>
        <a:ext cx="2139267" cy="831037"/>
      </dsp:txXfrm>
    </dsp:sp>
    <dsp:sp modelId="{73DC56AB-92B7-4737-8480-B858E1928121}">
      <dsp:nvSpPr>
        <dsp:cNvPr id="0" name=""/>
        <dsp:cNvSpPr/>
      </dsp:nvSpPr>
      <dsp:spPr>
        <a:xfrm>
          <a:off x="4883110" y="1131160"/>
          <a:ext cx="2139267" cy="3792989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>
              <a:latin typeface="Times New Roman"/>
              <a:cs typeface="Times New Roman"/>
            </a:rPr>
            <a:t>Combine </a:t>
          </a:r>
          <a:r>
            <a:rPr lang="en-US" sz="1700" b="1" kern="1200">
              <a:latin typeface="Times New Roman"/>
              <a:cs typeface="Times New Roman"/>
            </a:rPr>
            <a:t>text-derived knowledge graphs </a:t>
          </a:r>
          <a:r>
            <a:rPr lang="en-US" sz="1700" b="0" kern="1200">
              <a:latin typeface="Times New Roman"/>
              <a:cs typeface="Times New Roman"/>
            </a:rPr>
            <a:t>with structured surveillance data</a:t>
          </a:r>
          <a:endParaRPr lang="en-US" sz="1700" b="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b="0" kern="1200">
            <a:latin typeface="Times New Roman"/>
            <a:cs typeface="Times New Roman"/>
          </a:endParaRP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>
              <a:latin typeface="Times New Roman"/>
              <a:cs typeface="Times New Roman"/>
            </a:rPr>
            <a:t>Integrate sources such as </a:t>
          </a:r>
          <a:r>
            <a:rPr lang="en-US" sz="1700" b="1" kern="1200">
              <a:latin typeface="Times New Roman"/>
              <a:cs typeface="Times New Roman"/>
            </a:rPr>
            <a:t>WOAH/OIE databases and climate feeds</a:t>
          </a:r>
          <a:endParaRPr lang="en-US" sz="1700" b="1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b="1" kern="1200">
            <a:latin typeface="Times New Roman"/>
            <a:cs typeface="Times New Roman"/>
          </a:endParaRP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>
              <a:latin typeface="Times New Roman"/>
              <a:cs typeface="Times New Roman"/>
            </a:rPr>
            <a:t>Enable richer, </a:t>
          </a:r>
          <a:r>
            <a:rPr lang="en-US" sz="1700" b="1" kern="1200">
              <a:latin typeface="Times New Roman"/>
              <a:cs typeface="Times New Roman"/>
            </a:rPr>
            <a:t>hybrid risk detection</a:t>
          </a:r>
          <a:endParaRPr lang="en-US" sz="1700" b="1" kern="1200"/>
        </a:p>
      </dsp:txBody>
      <dsp:txXfrm>
        <a:off x="4883110" y="1131160"/>
        <a:ext cx="2139267" cy="3792989"/>
      </dsp:txXfrm>
    </dsp:sp>
    <dsp:sp modelId="{99208B24-722D-4958-9EC2-7EAE5E7D03D5}">
      <dsp:nvSpPr>
        <dsp:cNvPr id="0" name=""/>
        <dsp:cNvSpPr/>
      </dsp:nvSpPr>
      <dsp:spPr>
        <a:xfrm>
          <a:off x="7321875" y="300122"/>
          <a:ext cx="2139267" cy="831037"/>
        </a:xfrm>
        <a:prstGeom prst="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254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Times New Roman"/>
              <a:cs typeface="Times New Roman"/>
            </a:rPr>
            <a:t>Autonomous Multi-Agent Verification</a:t>
          </a:r>
          <a:endParaRPr lang="en-US" sz="1700" b="0" kern="1200">
            <a:latin typeface="Times New Roman"/>
            <a:cs typeface="Times New Roman"/>
          </a:endParaRPr>
        </a:p>
      </dsp:txBody>
      <dsp:txXfrm>
        <a:off x="7321875" y="300122"/>
        <a:ext cx="2139267" cy="831037"/>
      </dsp:txXfrm>
    </dsp:sp>
    <dsp:sp modelId="{4212CA97-C670-439E-B97D-AC5DDAC6C451}">
      <dsp:nvSpPr>
        <dsp:cNvPr id="0" name=""/>
        <dsp:cNvSpPr/>
      </dsp:nvSpPr>
      <dsp:spPr>
        <a:xfrm>
          <a:off x="7321875" y="1131160"/>
          <a:ext cx="2139267" cy="3792989"/>
        </a:xfrm>
        <a:prstGeom prst="rect">
          <a:avLst/>
        </a:prstGeom>
        <a:solidFill>
          <a:schemeClr val="accent2">
            <a:tint val="40000"/>
            <a:alpha val="90000"/>
            <a:hueOff val="-636919"/>
            <a:satOff val="-56510"/>
            <a:lumOff val="-577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-636919"/>
              <a:satOff val="-56510"/>
              <a:lumOff val="-5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>
              <a:latin typeface="Times New Roman"/>
              <a:cs typeface="Times New Roman"/>
            </a:rPr>
            <a:t>Deploy </a:t>
          </a:r>
          <a:r>
            <a:rPr lang="en-US" sz="1700" b="1" kern="1200">
              <a:latin typeface="Times New Roman"/>
              <a:cs typeface="Times New Roman"/>
            </a:rPr>
            <a:t>specialized AI agents </a:t>
          </a:r>
          <a:r>
            <a:rPr lang="en-US" sz="1700" b="0" kern="1200">
              <a:latin typeface="Times New Roman"/>
              <a:cs typeface="Times New Roman"/>
            </a:rPr>
            <a:t>for independent fact verification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b="0" kern="1200">
            <a:latin typeface="Times New Roman"/>
            <a:cs typeface="Times New Roman"/>
          </a:endParaRP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>
              <a:latin typeface="Times New Roman"/>
              <a:cs typeface="Times New Roman"/>
            </a:rPr>
            <a:t>Cross-check </a:t>
          </a:r>
          <a:r>
            <a:rPr lang="en-US" sz="1700" b="1" kern="1200">
              <a:latin typeface="Times New Roman"/>
              <a:cs typeface="Times New Roman"/>
            </a:rPr>
            <a:t>low-confidence social and journalistic signals</a:t>
          </a:r>
          <a:endParaRPr lang="en-US" sz="1700" b="1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b="1" kern="1200">
            <a:latin typeface="Times New Roman"/>
            <a:cs typeface="Times New Roman"/>
          </a:endParaRP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>
              <a:latin typeface="Times New Roman"/>
              <a:cs typeface="Times New Roman"/>
            </a:rPr>
            <a:t>Validate leads against </a:t>
          </a:r>
          <a:r>
            <a:rPr lang="en-US" sz="1700" b="1" kern="1200">
              <a:latin typeface="Times New Roman"/>
              <a:cs typeface="Times New Roman"/>
            </a:rPr>
            <a:t>scientific literature before alerts</a:t>
          </a:r>
          <a:endParaRPr lang="en-US" sz="1700" b="1" kern="1200"/>
        </a:p>
      </dsp:txBody>
      <dsp:txXfrm>
        <a:off x="7321875" y="1131160"/>
        <a:ext cx="2139267" cy="3792989"/>
      </dsp:txXfrm>
    </dsp:sp>
    <dsp:sp modelId="{61D1A6B4-ACDF-4139-AE07-31EA4AECE1CB}">
      <dsp:nvSpPr>
        <dsp:cNvPr id="0" name=""/>
        <dsp:cNvSpPr/>
      </dsp:nvSpPr>
      <dsp:spPr>
        <a:xfrm>
          <a:off x="9760639" y="300122"/>
          <a:ext cx="2139267" cy="831037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254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/>
              <a:cs typeface="Times New Roman"/>
            </a:rPr>
            <a:t>Explainable Detection</a:t>
          </a:r>
          <a:endParaRPr lang="en-US" sz="2400" kern="1200">
            <a:latin typeface="Times New Roman"/>
            <a:cs typeface="Times New Roman"/>
          </a:endParaRPr>
        </a:p>
      </dsp:txBody>
      <dsp:txXfrm>
        <a:off x="9760639" y="300122"/>
        <a:ext cx="2139267" cy="831037"/>
      </dsp:txXfrm>
    </dsp:sp>
    <dsp:sp modelId="{74CC4CD2-2597-456D-8CA5-A34CD4398B89}">
      <dsp:nvSpPr>
        <dsp:cNvPr id="0" name=""/>
        <dsp:cNvSpPr/>
      </dsp:nvSpPr>
      <dsp:spPr>
        <a:xfrm>
          <a:off x="9760639" y="1131160"/>
          <a:ext cx="2139267" cy="3792989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Times New Roman"/>
              <a:cs typeface="Times New Roman"/>
            </a:rPr>
            <a:t>Generate a </a:t>
          </a:r>
          <a:r>
            <a:rPr lang="en-US" sz="1700" b="1" kern="1200">
              <a:latin typeface="Times New Roman"/>
              <a:cs typeface="Times New Roman"/>
            </a:rPr>
            <a:t>human-readable rationales </a:t>
          </a:r>
          <a:r>
            <a:rPr lang="en-US" sz="1700" kern="1200">
              <a:latin typeface="Times New Roman"/>
              <a:cs typeface="Times New Roman"/>
            </a:rPr>
            <a:t>for every flagged anomaly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kern="1200">
            <a:latin typeface="Times New Roman"/>
            <a:cs typeface="Times New Roman"/>
          </a:endParaRP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Times New Roman"/>
              <a:cs typeface="Times New Roman"/>
            </a:rPr>
            <a:t>Trace alerts back to relevant </a:t>
          </a:r>
          <a:r>
            <a:rPr lang="en-US" sz="1700" b="1" kern="1200">
              <a:latin typeface="Times New Roman"/>
              <a:cs typeface="Times New Roman"/>
            </a:rPr>
            <a:t>documents, entities, and relationships</a:t>
          </a:r>
          <a:endParaRPr lang="en-US" sz="1700" b="1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b="1" kern="1200">
            <a:latin typeface="Times New Roman"/>
            <a:cs typeface="Times New Roman"/>
          </a:endParaRP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Times New Roman"/>
              <a:cs typeface="Times New Roman"/>
            </a:rPr>
            <a:t>Improve </a:t>
          </a:r>
          <a:r>
            <a:rPr lang="en-US" sz="1700" b="1" kern="1200">
              <a:latin typeface="Times New Roman"/>
              <a:cs typeface="Times New Roman"/>
            </a:rPr>
            <a:t>transparency and analyst trust</a:t>
          </a:r>
          <a:endParaRPr lang="en-US" sz="1700" b="1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b="0" kern="1200">
            <a:latin typeface="Times New Roman"/>
            <a:cs typeface="Times New Roman"/>
          </a:endParaRPr>
        </a:p>
      </dsp:txBody>
      <dsp:txXfrm>
        <a:off x="9760639" y="1131160"/>
        <a:ext cx="2139267" cy="37929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40a07c6ee5b_1_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40a07c6ee5b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40a07c6ee5b_1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40a07c6ee5b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40a07c6ee5b_1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40a07c6ee5b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231006" y="384779"/>
            <a:ext cx="1173319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OneHealth</a:t>
            </a: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Nexus: Large-Scale NLP and Temporal Knowledge Graphs for Emerging Disease Intelligence</a:t>
            </a: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7804538" y="3148779"/>
            <a:ext cx="353793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231000" y="3148775"/>
            <a:ext cx="4719000" cy="11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Coordinator</a:t>
            </a:r>
            <a:endParaRPr sz="2600" b="1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Ranjit Panigrahi​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(Associate Professor)​​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Barkha Singh​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(Assistant Professor​)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sz="3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0200" y="3148768"/>
            <a:ext cx="2204922" cy="220492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/>
          <p:nvPr/>
        </p:nvSpPr>
        <p:spPr>
          <a:xfrm>
            <a:off x="0" y="5597414"/>
            <a:ext cx="12192000" cy="1260858"/>
          </a:xfrm>
          <a:prstGeom prst="rect">
            <a:avLst/>
          </a:prstGeom>
          <a:solidFill>
            <a:srgbClr val="A500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1" i="0" u="none" strike="noStrike" cap="none">
              <a:solidFill>
                <a:schemeClr val="lt1"/>
              </a:solidFill>
              <a:highlight>
                <a:srgbClr val="82001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AMRITA VISHWA VIDYAPEETHAM, DELHI NCR, FARIDABAD</a:t>
            </a:r>
            <a:endParaRPr sz="26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&amp; Data Science (AIDS)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500" b="1" i="0" u="none" strike="noStrike" cap="none">
              <a:solidFill>
                <a:schemeClr val="lt1"/>
              </a:solidFill>
              <a:highlight>
                <a:srgbClr val="82001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7106850" y="3675575"/>
            <a:ext cx="5750700" cy="17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Anagha Manoj (DL.AI.U4AID24105)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Mimansha Goyal (DL.AI.U4AID24123)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Tanvi Bhardwaj (DL.AI.U4AID24136)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Kundurthi Abhiram (DL.AI.U4AID24144)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229400" y="1692210"/>
            <a:ext cx="11733196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 (AIDS)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UG-II</a:t>
            </a:r>
            <a:r>
              <a:rPr lang="en-US" sz="26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(V-Semester)</a:t>
            </a:r>
            <a:endParaRPr sz="26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657754" y="1421614"/>
            <a:ext cx="11662261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lang="en-US"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Previous Work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of the project</a:t>
            </a:r>
            <a:endParaRPr>
              <a:solidFill>
                <a:schemeClr val="dk1"/>
              </a:solidFill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>
              <a:solidFill>
                <a:schemeClr val="dk1"/>
              </a:solidFill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Timeline</a:t>
            </a:r>
            <a:endParaRPr>
              <a:solidFill>
                <a:schemeClr val="dk1"/>
              </a:solidFill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</a:t>
            </a:r>
            <a:endParaRPr>
              <a:solidFill>
                <a:schemeClr val="dk1"/>
              </a:solidFill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>
              <a:solidFill>
                <a:schemeClr val="dk1"/>
              </a:solidFill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141941" y="420286"/>
            <a:ext cx="610616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3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3" name="Google Shape;103;p14"/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4" name="Google Shape;104;p14"/>
            <p:cNvCxnSpPr/>
            <p:nvPr/>
          </p:nvCxnSpPr>
          <p:spPr>
            <a:xfrm>
              <a:off x="680720" y="1391920"/>
              <a:ext cx="1090168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05" name="Google Shape;105;p14"/>
            <p:cNvCxnSpPr/>
            <p:nvPr/>
          </p:nvCxnSpPr>
          <p:spPr>
            <a:xfrm>
              <a:off x="701040" y="1432560"/>
              <a:ext cx="1090168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06" name="Google Shape;106;p14"/>
          <p:cNvSpPr txBox="1">
            <a:spLocks noGrp="1"/>
          </p:cNvSpPr>
          <p:nvPr>
            <p:ph type="ftr" idx="11"/>
          </p:nvPr>
        </p:nvSpPr>
        <p:spPr>
          <a:xfrm>
            <a:off x="0" y="6467014"/>
            <a:ext cx="12192000" cy="389106"/>
          </a:xfrm>
          <a:prstGeom prst="rect">
            <a:avLst/>
          </a:prstGeom>
          <a:solidFill>
            <a:srgbClr val="8200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and Data Science, Amruta Vishwa Vidyapeetham, Delhi NCR, Faridabad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869" y="44663"/>
            <a:ext cx="971072" cy="971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180444" y="420286"/>
            <a:ext cx="9771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 sz="3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4" name="Google Shape;114;p15"/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15" name="Google Shape;115;p15"/>
            <p:cNvCxnSpPr/>
            <p:nvPr/>
          </p:nvCxnSpPr>
          <p:spPr>
            <a:xfrm>
              <a:off x="680720" y="1391920"/>
              <a:ext cx="1090168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16" name="Google Shape;116;p15"/>
            <p:cNvCxnSpPr/>
            <p:nvPr/>
          </p:nvCxnSpPr>
          <p:spPr>
            <a:xfrm>
              <a:off x="701040" y="1432560"/>
              <a:ext cx="1090168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17" name="Google Shape;117;p15"/>
          <p:cNvSpPr txBox="1">
            <a:spLocks noGrp="1"/>
          </p:cNvSpPr>
          <p:nvPr>
            <p:ph type="ftr" idx="11"/>
          </p:nvPr>
        </p:nvSpPr>
        <p:spPr>
          <a:xfrm>
            <a:off x="0" y="6467014"/>
            <a:ext cx="12192000" cy="389106"/>
          </a:xfrm>
          <a:prstGeom prst="rect">
            <a:avLst/>
          </a:prstGeom>
          <a:solidFill>
            <a:srgbClr val="8200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and Data Science, Amruta Vishwa Vidyapeetham, Delhi NCR, Faridabad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0869" y="44663"/>
            <a:ext cx="971072" cy="97107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365750" y="1375975"/>
            <a:ext cx="11289486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Human, animal, and environmental health information is distributed across 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isolated data sources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.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285750" indent="-285750" algn="just"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Scientific literature, veterinary reports, environmental bulletins, and public-health records contain 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valuable but disconnected signals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.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285750" indent="-285750" algn="just"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Existing systems often analyze these domains 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independently</a:t>
            </a:r>
            <a:r>
              <a:rPr lang="en-US" sz="240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, making cross-domain relationships difficult to identify.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285750" indent="-285750" algn="just"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Emerging threats such as 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new pathogen–host associations, geographic spread, and environment-linked risks </a:t>
            </a:r>
            <a:r>
              <a:rPr lang="en-US" sz="240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may remain hidden across individual datasets.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285750" indent="-285750" algn="just"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There is a need for an 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integrated, temporal, and automated intelligence framework</a:t>
            </a:r>
            <a:r>
              <a:rPr lang="en-US" sz="240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 that can connect these signals and detect emerging risks early.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2400" b="0" i="0" u="none" strike="noStrike" cap="none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180444" y="420286"/>
            <a:ext cx="610616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6" name="Google Shape;126;p16"/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27" name="Google Shape;127;p16"/>
            <p:cNvCxnSpPr/>
            <p:nvPr/>
          </p:nvCxnSpPr>
          <p:spPr>
            <a:xfrm>
              <a:off x="680720" y="1391920"/>
              <a:ext cx="1090168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28" name="Google Shape;128;p16"/>
            <p:cNvCxnSpPr/>
            <p:nvPr/>
          </p:nvCxnSpPr>
          <p:spPr>
            <a:xfrm>
              <a:off x="701040" y="1432560"/>
              <a:ext cx="1090168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29" name="Google Shape;129;p16"/>
          <p:cNvSpPr txBox="1">
            <a:spLocks noGrp="1"/>
          </p:cNvSpPr>
          <p:nvPr>
            <p:ph type="ftr" idx="11"/>
          </p:nvPr>
        </p:nvSpPr>
        <p:spPr>
          <a:xfrm>
            <a:off x="0" y="6467014"/>
            <a:ext cx="12192000" cy="389106"/>
          </a:xfrm>
          <a:prstGeom prst="rect">
            <a:avLst/>
          </a:prstGeom>
          <a:solidFill>
            <a:srgbClr val="8200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and Data Science, Amruta Vishwa Vidyapeetham, Delhi NCR, Faridabad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869" y="44663"/>
            <a:ext cx="971072" cy="9710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B1A50A6-CDF0-2F4F-CA02-9DA25CCA5C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0702536"/>
              </p:ext>
            </p:extLst>
          </p:nvPr>
        </p:nvGraphicFramePr>
        <p:xfrm>
          <a:off x="409816" y="1068722"/>
          <a:ext cx="11538855" cy="5284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180444" y="420286"/>
            <a:ext cx="61062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Previous Work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8" name="Google Shape;138;p17"/>
          <p:cNvGrpSpPr/>
          <p:nvPr/>
        </p:nvGrpSpPr>
        <p:grpSpPr>
          <a:xfrm>
            <a:off x="264182" y="1015769"/>
            <a:ext cx="11684377" cy="45720"/>
            <a:chOff x="680720" y="1391920"/>
            <a:chExt cx="10922020" cy="40640"/>
          </a:xfrm>
        </p:grpSpPr>
        <p:cxnSp>
          <p:nvCxnSpPr>
            <p:cNvPr id="139" name="Google Shape;139;p17"/>
            <p:cNvCxnSpPr/>
            <p:nvPr/>
          </p:nvCxnSpPr>
          <p:spPr>
            <a:xfrm>
              <a:off x="680720" y="1391920"/>
              <a:ext cx="10901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40" name="Google Shape;140;p17"/>
            <p:cNvCxnSpPr/>
            <p:nvPr/>
          </p:nvCxnSpPr>
          <p:spPr>
            <a:xfrm>
              <a:off x="701040" y="1432560"/>
              <a:ext cx="109017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41" name="Google Shape;141;p17"/>
          <p:cNvSpPr txBox="1">
            <a:spLocks noGrp="1"/>
          </p:cNvSpPr>
          <p:nvPr>
            <p:ph type="ftr" idx="11"/>
          </p:nvPr>
        </p:nvSpPr>
        <p:spPr>
          <a:xfrm>
            <a:off x="0" y="6467014"/>
            <a:ext cx="12192000" cy="389100"/>
          </a:xfrm>
          <a:prstGeom prst="rect">
            <a:avLst/>
          </a:prstGeom>
          <a:solidFill>
            <a:srgbClr val="8200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and Data Science, Amruta Vishwa Vidyapeetham, Delhi NCR, Faridabad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869" y="44663"/>
            <a:ext cx="971073" cy="9710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" name="Diagram 35">
            <a:extLst>
              <a:ext uri="{FF2B5EF4-FFF2-40B4-BE49-F238E27FC236}">
                <a16:creationId xmlns:a16="http://schemas.microsoft.com/office/drawing/2014/main" id="{BEDA0EC1-92DE-D892-129B-288DB44C69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4727205"/>
              </p:ext>
            </p:extLst>
          </p:nvPr>
        </p:nvGraphicFramePr>
        <p:xfrm>
          <a:off x="268942" y="1061892"/>
          <a:ext cx="11671534" cy="5368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1180444" y="420286"/>
            <a:ext cx="9771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of the Project </a:t>
            </a:r>
            <a:endParaRPr sz="3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0" name="Google Shape;150;p18"/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51" name="Google Shape;151;p18"/>
            <p:cNvCxnSpPr/>
            <p:nvPr/>
          </p:nvCxnSpPr>
          <p:spPr>
            <a:xfrm>
              <a:off x="680720" y="1391920"/>
              <a:ext cx="1090168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52" name="Google Shape;152;p18"/>
            <p:cNvCxnSpPr/>
            <p:nvPr/>
          </p:nvCxnSpPr>
          <p:spPr>
            <a:xfrm>
              <a:off x="701040" y="1432560"/>
              <a:ext cx="1090168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53" name="Google Shape;153;p18"/>
          <p:cNvSpPr txBox="1">
            <a:spLocks noGrp="1"/>
          </p:cNvSpPr>
          <p:nvPr>
            <p:ph type="ftr" idx="11"/>
          </p:nvPr>
        </p:nvSpPr>
        <p:spPr>
          <a:xfrm>
            <a:off x="0" y="6467014"/>
            <a:ext cx="12192000" cy="389106"/>
          </a:xfrm>
          <a:prstGeom prst="rect">
            <a:avLst/>
          </a:prstGeom>
          <a:solidFill>
            <a:srgbClr val="8200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and Data Science, Amruta Vishwa Vidyapeetham, Delhi NCR, Faridabad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869" y="44663"/>
            <a:ext cx="971072" cy="9710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452D4D4-629D-3A6E-9706-0AE9B44264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8129692"/>
              </p:ext>
            </p:extLst>
          </p:nvPr>
        </p:nvGraphicFramePr>
        <p:xfrm>
          <a:off x="652272" y="1258824"/>
          <a:ext cx="11009376" cy="5126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1180444" y="430960"/>
            <a:ext cx="9396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 </a:t>
            </a:r>
            <a:endParaRPr sz="3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2" name="Google Shape;162;p19"/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63" name="Google Shape;163;p19"/>
            <p:cNvCxnSpPr/>
            <p:nvPr/>
          </p:nvCxnSpPr>
          <p:spPr>
            <a:xfrm>
              <a:off x="680720" y="1391920"/>
              <a:ext cx="1090168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64" name="Google Shape;164;p19"/>
            <p:cNvCxnSpPr/>
            <p:nvPr/>
          </p:nvCxnSpPr>
          <p:spPr>
            <a:xfrm>
              <a:off x="701040" y="1432560"/>
              <a:ext cx="1090168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65" name="Google Shape;165;p19"/>
          <p:cNvSpPr txBox="1"/>
          <p:nvPr/>
        </p:nvSpPr>
        <p:spPr>
          <a:xfrm>
            <a:off x="396241" y="1369150"/>
            <a:ext cx="1138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9"/>
          <p:cNvSpPr txBox="1">
            <a:spLocks noGrp="1"/>
          </p:cNvSpPr>
          <p:nvPr>
            <p:ph type="ftr" idx="11"/>
          </p:nvPr>
        </p:nvSpPr>
        <p:spPr>
          <a:xfrm>
            <a:off x="0" y="6467014"/>
            <a:ext cx="12192000" cy="389106"/>
          </a:xfrm>
          <a:prstGeom prst="rect">
            <a:avLst/>
          </a:prstGeom>
          <a:solidFill>
            <a:srgbClr val="8200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and Data Science, Amruta Vishwa Vidyapeetham, Delhi NCR, Faridabad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" name="Google Shape;16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869" y="44663"/>
            <a:ext cx="971072" cy="971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AEC48B-A54F-176F-82FF-4603E50358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5" t="22464" r="-793" b="109"/>
          <a:stretch>
            <a:fillRect/>
          </a:stretch>
        </p:blipFill>
        <p:spPr>
          <a:xfrm>
            <a:off x="637182" y="1369747"/>
            <a:ext cx="10941433" cy="46845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1180444" y="430960"/>
            <a:ext cx="9396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Novelty</a:t>
            </a:r>
            <a:endParaRPr sz="3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264182" y="1015769"/>
            <a:ext cx="11684377" cy="45720"/>
            <a:chOff x="680720" y="1391920"/>
            <a:chExt cx="10922020" cy="40640"/>
          </a:xfrm>
        </p:grpSpPr>
        <p:cxnSp>
          <p:nvCxnSpPr>
            <p:cNvPr id="176" name="Google Shape;176;p20"/>
            <p:cNvCxnSpPr/>
            <p:nvPr/>
          </p:nvCxnSpPr>
          <p:spPr>
            <a:xfrm>
              <a:off x="680720" y="1391920"/>
              <a:ext cx="10901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77" name="Google Shape;177;p20"/>
            <p:cNvCxnSpPr/>
            <p:nvPr/>
          </p:nvCxnSpPr>
          <p:spPr>
            <a:xfrm>
              <a:off x="701040" y="1432560"/>
              <a:ext cx="109017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79" name="Google Shape;179;p20"/>
          <p:cNvSpPr txBox="1">
            <a:spLocks noGrp="1"/>
          </p:cNvSpPr>
          <p:nvPr>
            <p:ph type="ftr" idx="11"/>
          </p:nvPr>
        </p:nvSpPr>
        <p:spPr>
          <a:xfrm>
            <a:off x="0" y="6467014"/>
            <a:ext cx="12192000" cy="389100"/>
          </a:xfrm>
          <a:prstGeom prst="rect">
            <a:avLst/>
          </a:prstGeom>
          <a:solidFill>
            <a:srgbClr val="8200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and Data Science, Amruta Vishwa Vidyapeetham, Delhi NCR, Faridabad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869" y="44663"/>
            <a:ext cx="971073" cy="9710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FA9B8C5-8FED-3480-8A04-7C48AF0C72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6690973"/>
              </p:ext>
            </p:extLst>
          </p:nvPr>
        </p:nvGraphicFramePr>
        <p:xfrm>
          <a:off x="163155" y="1017725"/>
          <a:ext cx="11789337" cy="5260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1180444" y="430960"/>
            <a:ext cx="9396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Timeline</a:t>
            </a:r>
            <a:endParaRPr sz="3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8" name="Google Shape;188;p21"/>
          <p:cNvGrpSpPr/>
          <p:nvPr/>
        </p:nvGrpSpPr>
        <p:grpSpPr>
          <a:xfrm>
            <a:off x="264182" y="1015769"/>
            <a:ext cx="11684377" cy="45720"/>
            <a:chOff x="680720" y="1391920"/>
            <a:chExt cx="10922020" cy="40640"/>
          </a:xfrm>
        </p:grpSpPr>
        <p:cxnSp>
          <p:nvCxnSpPr>
            <p:cNvPr id="189" name="Google Shape;189;p21"/>
            <p:cNvCxnSpPr/>
            <p:nvPr/>
          </p:nvCxnSpPr>
          <p:spPr>
            <a:xfrm>
              <a:off x="680720" y="1391920"/>
              <a:ext cx="10901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90" name="Google Shape;190;p21"/>
            <p:cNvCxnSpPr/>
            <p:nvPr/>
          </p:nvCxnSpPr>
          <p:spPr>
            <a:xfrm>
              <a:off x="701040" y="1432560"/>
              <a:ext cx="109017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91" name="Google Shape;191;p21"/>
          <p:cNvSpPr txBox="1"/>
          <p:nvPr/>
        </p:nvSpPr>
        <p:spPr>
          <a:xfrm>
            <a:off x="396241" y="1369150"/>
            <a:ext cx="11385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 b="1">
              <a:solidFill>
                <a:schemeClr val="dk1"/>
              </a:solidFill>
            </a:endParaRPr>
          </a:p>
        </p:txBody>
      </p:sp>
      <p:sp>
        <p:nvSpPr>
          <p:cNvPr id="192" name="Google Shape;192;p21"/>
          <p:cNvSpPr txBox="1">
            <a:spLocks noGrp="1"/>
          </p:cNvSpPr>
          <p:nvPr>
            <p:ph type="ftr" idx="11"/>
          </p:nvPr>
        </p:nvSpPr>
        <p:spPr>
          <a:xfrm>
            <a:off x="0" y="6467014"/>
            <a:ext cx="12192000" cy="389100"/>
          </a:xfrm>
          <a:prstGeom prst="rect">
            <a:avLst/>
          </a:prstGeom>
          <a:solidFill>
            <a:srgbClr val="8200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and Data Science, Amruta Vishwa Vidyapeetham, Delhi NCR, Faridabad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3" name="Google Shape;19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869" y="44663"/>
            <a:ext cx="971073" cy="9710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00E7DF6-4112-2213-8BE8-EE72BDAF95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8061380"/>
              </p:ext>
            </p:extLst>
          </p:nvPr>
        </p:nvGraphicFramePr>
        <p:xfrm>
          <a:off x="329184" y="1136904"/>
          <a:ext cx="11521440" cy="5212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1180444" y="430960"/>
            <a:ext cx="9050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3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1" name="Google Shape;201;p22"/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202" name="Google Shape;202;p22"/>
            <p:cNvCxnSpPr/>
            <p:nvPr/>
          </p:nvCxnSpPr>
          <p:spPr>
            <a:xfrm>
              <a:off x="680720" y="1391920"/>
              <a:ext cx="1090168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03" name="Google Shape;203;p22"/>
            <p:cNvCxnSpPr/>
            <p:nvPr/>
          </p:nvCxnSpPr>
          <p:spPr>
            <a:xfrm>
              <a:off x="701040" y="1432560"/>
              <a:ext cx="1090168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205" name="Google Shape;205;p22"/>
          <p:cNvSpPr txBox="1">
            <a:spLocks noGrp="1"/>
          </p:cNvSpPr>
          <p:nvPr>
            <p:ph type="ftr" idx="11"/>
          </p:nvPr>
        </p:nvSpPr>
        <p:spPr>
          <a:xfrm>
            <a:off x="0" y="6467014"/>
            <a:ext cx="12192000" cy="389106"/>
          </a:xfrm>
          <a:prstGeom prst="rect">
            <a:avLst/>
          </a:prstGeom>
          <a:solidFill>
            <a:srgbClr val="8200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and Data Science, Amruta Vishwa Vidyapeetham, Delhi NCR, Faridabad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6" name="Google Shape;20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869" y="44663"/>
            <a:ext cx="971072" cy="9710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E5BCF35-5FE4-D520-ADD0-7700B4187C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5314888"/>
              </p:ext>
            </p:extLst>
          </p:nvPr>
        </p:nvGraphicFramePr>
        <p:xfrm>
          <a:off x="170688" y="1167384"/>
          <a:ext cx="11905488" cy="5224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204474" y="1263016"/>
            <a:ext cx="11813643" cy="2056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SzPts val="1800"/>
            </a:pPr>
            <a:r>
              <a:rPr lang="en-US" sz="2000" b="1">
                <a:solidFill>
                  <a:schemeClr val="dk1"/>
                </a:solidFill>
                <a:latin typeface="Times New Roman"/>
                <a:cs typeface="Times New Roman"/>
              </a:rPr>
              <a:t>[1]</a:t>
            </a:r>
            <a:r>
              <a:rPr lang="en-US" sz="2000">
                <a:solidFill>
                  <a:schemeClr val="dk1"/>
                </a:solidFill>
                <a:latin typeface="Times New Roman"/>
                <a:cs typeface="Times New Roman"/>
              </a:rPr>
              <a:t> One Health High-Level Expert Panel (OHHLEP) </a:t>
            </a:r>
            <a:r>
              <a:rPr lang="en-US" sz="2000" i="1">
                <a:solidFill>
                  <a:schemeClr val="dk1"/>
                </a:solidFill>
                <a:latin typeface="Times New Roman"/>
                <a:cs typeface="Times New Roman"/>
              </a:rPr>
              <a:t>et al.</a:t>
            </a:r>
            <a:r>
              <a:rPr lang="en-US" sz="2000">
                <a:solidFill>
                  <a:schemeClr val="dk1"/>
                </a:solidFill>
                <a:latin typeface="Times New Roman"/>
                <a:cs typeface="Times New Roman"/>
              </a:rPr>
              <a:t>, “Developing One Health surveillance systems,” </a:t>
            </a:r>
            <a:r>
              <a:rPr lang="en-US" sz="2000" i="1">
                <a:solidFill>
                  <a:schemeClr val="dk1"/>
                </a:solidFill>
                <a:latin typeface="Times New Roman"/>
                <a:cs typeface="Times New Roman"/>
              </a:rPr>
              <a:t>One Health</a:t>
            </a:r>
            <a:r>
              <a:rPr lang="en-US" sz="2000">
                <a:solidFill>
                  <a:schemeClr val="dk1"/>
                </a:solidFill>
                <a:latin typeface="Times New Roman"/>
                <a:cs typeface="Times New Roman"/>
              </a:rPr>
              <a:t>, vol. 17, Art. no. 100617, 2023, </a:t>
            </a:r>
            <a:r>
              <a:rPr lang="en-US" sz="2000" err="1">
                <a:solidFill>
                  <a:schemeClr val="dk1"/>
                </a:solidFill>
                <a:latin typeface="Times New Roman"/>
                <a:cs typeface="Times New Roman"/>
              </a:rPr>
              <a:t>doi</a:t>
            </a:r>
            <a:r>
              <a:rPr lang="en-US" sz="2000">
                <a:solidFill>
                  <a:schemeClr val="dk1"/>
                </a:solidFill>
                <a:latin typeface="Times New Roman"/>
                <a:cs typeface="Times New Roman"/>
              </a:rPr>
              <a:t>: 10.1016/j.onehlt.2023.100617. </a:t>
            </a:r>
          </a:p>
          <a:p>
            <a:pPr algn="just">
              <a:buSzPts val="1800"/>
            </a:pPr>
            <a:endParaRPr lang="en-US" sz="20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algn="just">
              <a:buSzPts val="1800"/>
            </a:pPr>
            <a:r>
              <a:rPr lang="en-US" sz="2000" b="1">
                <a:solidFill>
                  <a:schemeClr val="dk1"/>
                </a:solidFill>
                <a:latin typeface="Times New Roman"/>
                <a:cs typeface="Times New Roman"/>
              </a:rPr>
              <a:t>[2]</a:t>
            </a:r>
            <a:r>
              <a:rPr lang="en-US" sz="2000">
                <a:solidFill>
                  <a:schemeClr val="dk1"/>
                </a:solidFill>
                <a:latin typeface="Times New Roman"/>
                <a:cs typeface="Times New Roman"/>
              </a:rPr>
              <a:t> J. Wu, “Construct a Knowledge Graph for China Coronavirus (COVID-19) Patient Information Tracking,” </a:t>
            </a:r>
            <a:r>
              <a:rPr lang="en-US" sz="2000" i="1">
                <a:solidFill>
                  <a:schemeClr val="dk1"/>
                </a:solidFill>
                <a:latin typeface="Times New Roman"/>
                <a:cs typeface="Times New Roman"/>
              </a:rPr>
              <a:t>Risk Management and Healthcare Policy</a:t>
            </a:r>
            <a:r>
              <a:rPr lang="en-US" sz="2000">
                <a:solidFill>
                  <a:schemeClr val="dk1"/>
                </a:solidFill>
                <a:latin typeface="Times New Roman"/>
                <a:cs typeface="Times New Roman"/>
              </a:rPr>
              <a:t>, vol. 14, pp. 4321–4337, 2021, </a:t>
            </a:r>
            <a:r>
              <a:rPr lang="en-US" sz="2000" err="1">
                <a:solidFill>
                  <a:schemeClr val="dk1"/>
                </a:solidFill>
                <a:latin typeface="Times New Roman"/>
                <a:cs typeface="Times New Roman"/>
              </a:rPr>
              <a:t>doi</a:t>
            </a:r>
            <a:r>
              <a:rPr lang="en-US" sz="2000">
                <a:solidFill>
                  <a:schemeClr val="dk1"/>
                </a:solidFill>
                <a:latin typeface="Times New Roman"/>
                <a:cs typeface="Times New Roman"/>
              </a:rPr>
              <a:t>: 10.2147/RMHP.S309732. </a:t>
            </a:r>
          </a:p>
          <a:p>
            <a:pPr algn="just">
              <a:buSzPts val="1800"/>
            </a:pPr>
            <a:endParaRPr lang="en-US" sz="20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algn="just">
              <a:buSzPts val="1800"/>
            </a:pPr>
            <a:r>
              <a:rPr lang="en-US" sz="2000" b="1">
                <a:solidFill>
                  <a:schemeClr val="dk1"/>
                </a:solidFill>
                <a:latin typeface="Times New Roman"/>
                <a:cs typeface="Times New Roman"/>
              </a:rPr>
              <a:t>[3]</a:t>
            </a:r>
            <a:r>
              <a:rPr lang="en-US" sz="2000">
                <a:solidFill>
                  <a:schemeClr val="dk1"/>
                </a:solidFill>
                <a:latin typeface="Times New Roman"/>
                <a:cs typeface="Times New Roman"/>
              </a:rPr>
              <a:t> S. Consoli, P. Coletti, P. V. Markov, L. Orfei, I. Biazzo, L. Schuh, N. </a:t>
            </a:r>
            <a:r>
              <a:rPr lang="en-US" sz="2000" err="1">
                <a:solidFill>
                  <a:schemeClr val="dk1"/>
                </a:solidFill>
                <a:latin typeface="Times New Roman"/>
                <a:cs typeface="Times New Roman"/>
              </a:rPr>
              <a:t>Stefanovitch</a:t>
            </a:r>
            <a:r>
              <a:rPr lang="en-US" sz="2000">
                <a:solidFill>
                  <a:schemeClr val="dk1"/>
                </a:solidFill>
                <a:latin typeface="Times New Roman"/>
                <a:cs typeface="Times New Roman"/>
              </a:rPr>
              <a:t>, L. Bertolini, M. Ceresa, and N. I. Stilianakis, “An epidemiological knowledge graph extracted from the World Health Organization’s Disease Outbreak News,” </a:t>
            </a:r>
            <a:r>
              <a:rPr lang="en-US" sz="2000" i="1">
                <a:solidFill>
                  <a:schemeClr val="dk1"/>
                </a:solidFill>
                <a:latin typeface="Times New Roman"/>
                <a:cs typeface="Times New Roman"/>
              </a:rPr>
              <a:t>Scientific Data</a:t>
            </a:r>
            <a:r>
              <a:rPr lang="en-US" sz="2000">
                <a:solidFill>
                  <a:schemeClr val="dk1"/>
                </a:solidFill>
                <a:latin typeface="Times New Roman"/>
                <a:cs typeface="Times New Roman"/>
              </a:rPr>
              <a:t>, vol. 12, Art. no. 970, 2025, </a:t>
            </a:r>
            <a:r>
              <a:rPr lang="en-US" sz="2000" err="1">
                <a:solidFill>
                  <a:schemeClr val="dk1"/>
                </a:solidFill>
                <a:latin typeface="Times New Roman"/>
                <a:cs typeface="Times New Roman"/>
              </a:rPr>
              <a:t>doi</a:t>
            </a:r>
            <a:r>
              <a:rPr lang="en-US" sz="2000">
                <a:solidFill>
                  <a:schemeClr val="dk1"/>
                </a:solidFill>
                <a:latin typeface="Times New Roman"/>
                <a:cs typeface="Times New Roman"/>
              </a:rPr>
              <a:t>: 10.1038/s41597-025-05276-2. </a:t>
            </a:r>
          </a:p>
          <a:p>
            <a:pPr algn="just">
              <a:buSzPts val="1800"/>
            </a:pPr>
            <a:endParaRPr lang="en-US" sz="20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algn="just">
              <a:buSzPts val="1800"/>
            </a:pPr>
            <a:r>
              <a:rPr lang="en-US" sz="2000" b="1">
                <a:solidFill>
                  <a:schemeClr val="dk1"/>
                </a:solidFill>
                <a:latin typeface="Times New Roman"/>
                <a:cs typeface="Times New Roman"/>
              </a:rPr>
              <a:t>[4]</a:t>
            </a:r>
            <a:r>
              <a:rPr lang="en-US" sz="2000">
                <a:solidFill>
                  <a:schemeClr val="dk1"/>
                </a:solidFill>
                <a:latin typeface="Times New Roman"/>
                <a:cs typeface="Times New Roman"/>
              </a:rPr>
              <a:t> W. J. Chen, S.-Y. Yang, J.-C. Chang, W.-C. Cheng, T.-P. Lu, Y.-N. Wang, M.-H. Juan, R.-T. Hsu, S.-R. Huang, J.-J. Tu, P.-C. Wang, V. W.-S. Feng, and P.-Z. Chang, “Development of a semi-structured, multifaceted, computer-aided questionnaire for outbreak investigation: e-Outbreak Platform,” </a:t>
            </a:r>
            <a:r>
              <a:rPr lang="en-US" sz="2000" i="1">
                <a:solidFill>
                  <a:schemeClr val="dk1"/>
                </a:solidFill>
                <a:latin typeface="Times New Roman"/>
                <a:cs typeface="Times New Roman"/>
              </a:rPr>
              <a:t>Biomedical Journal</a:t>
            </a:r>
            <a:r>
              <a:rPr lang="en-US" sz="2000">
                <a:solidFill>
                  <a:schemeClr val="dk1"/>
                </a:solidFill>
                <a:latin typeface="Times New Roman"/>
                <a:cs typeface="Times New Roman"/>
              </a:rPr>
              <a:t>, vol. 43, no. 4, pp. 318–324, 2020, </a:t>
            </a:r>
            <a:r>
              <a:rPr lang="en-US" sz="2000" err="1">
                <a:solidFill>
                  <a:schemeClr val="dk1"/>
                </a:solidFill>
                <a:latin typeface="Times New Roman"/>
                <a:cs typeface="Times New Roman"/>
              </a:rPr>
              <a:t>doi</a:t>
            </a:r>
            <a:r>
              <a:rPr lang="en-US" sz="2000">
                <a:solidFill>
                  <a:schemeClr val="dk1"/>
                </a:solidFill>
                <a:latin typeface="Times New Roman"/>
                <a:cs typeface="Times New Roman"/>
              </a:rPr>
              <a:t>: 10.1016/j.bj.2020.06.007. 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lang="en-US"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1141941" y="172292"/>
            <a:ext cx="11159156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76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4" name="Google Shape;21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600" y="901232"/>
            <a:ext cx="11565114" cy="16460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>
            <a:spLocks noGrp="1"/>
          </p:cNvSpPr>
          <p:nvPr>
            <p:ph type="ftr" idx="11"/>
          </p:nvPr>
        </p:nvSpPr>
        <p:spPr>
          <a:xfrm>
            <a:off x="0" y="6467014"/>
            <a:ext cx="12192000" cy="389106"/>
          </a:xfrm>
          <a:prstGeom prst="rect">
            <a:avLst/>
          </a:prstGeom>
          <a:solidFill>
            <a:srgbClr val="8200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and Data Science, Amruta Vishwa Vidyapeetham, Delhi NCR, Faridabad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6" name="Google Shape;216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286" y="-70039"/>
            <a:ext cx="971072" cy="971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4088859" y="1896636"/>
            <a:ext cx="3294434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cap="none">
              <a:solidFill>
                <a:srgbClr val="6A85C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none">
                <a:solidFill>
                  <a:srgbClr val="6A85C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THANK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none">
                <a:solidFill>
                  <a:srgbClr val="6A85C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YOU</a:t>
            </a:r>
            <a:endParaRPr sz="4000" b="1" cap="none">
              <a:solidFill>
                <a:srgbClr val="6A85C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 txBox="1">
            <a:spLocks noGrp="1"/>
          </p:cNvSpPr>
          <p:nvPr>
            <p:ph type="ftr" idx="11"/>
          </p:nvPr>
        </p:nvSpPr>
        <p:spPr>
          <a:xfrm>
            <a:off x="0" y="6467014"/>
            <a:ext cx="12192000" cy="389106"/>
          </a:xfrm>
          <a:prstGeom prst="rect">
            <a:avLst/>
          </a:prstGeom>
          <a:solidFill>
            <a:srgbClr val="8200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and Data Science, Amruta Vishwa Vidyapeetham, Delhi NCR, Faridabad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terms:modified xsi:type="dcterms:W3CDTF">2026-09-28T08:05:39Z</dcterms:modified>
</cp:coreProperties>
</file>